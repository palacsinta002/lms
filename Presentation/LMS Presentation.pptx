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89" r:id="rId2"/>
  </p:sldMasterIdLst>
  <p:sldIdLst>
    <p:sldId id="256" r:id="rId3"/>
    <p:sldId id="258" r:id="rId4"/>
    <p:sldId id="277" r:id="rId5"/>
    <p:sldId id="276" r:id="rId6"/>
    <p:sldId id="269" r:id="rId7"/>
    <p:sldId id="275" r:id="rId8"/>
    <p:sldId id="281" r:id="rId9"/>
    <p:sldId id="284" r:id="rId10"/>
    <p:sldId id="282" r:id="rId11"/>
    <p:sldId id="283" r:id="rId12"/>
    <p:sldId id="287" r:id="rId13"/>
    <p:sldId id="286" r:id="rId14"/>
    <p:sldId id="297" r:id="rId15"/>
    <p:sldId id="301" r:id="rId16"/>
    <p:sldId id="305" r:id="rId17"/>
    <p:sldId id="303" r:id="rId18"/>
    <p:sldId id="304" r:id="rId19"/>
    <p:sldId id="306" r:id="rId20"/>
    <p:sldId id="307" r:id="rId21"/>
    <p:sldId id="308" r:id="rId22"/>
    <p:sldId id="309" r:id="rId23"/>
    <p:sldId id="310" r:id="rId24"/>
    <p:sldId id="295" r:id="rId25"/>
    <p:sldId id="300" r:id="rId26"/>
    <p:sldId id="290" r:id="rId27"/>
    <p:sldId id="289" r:id="rId28"/>
    <p:sldId id="291" r:id="rId29"/>
    <p:sldId id="298" r:id="rId30"/>
    <p:sldId id="293" r:id="rId31"/>
    <p:sldId id="294" r:id="rId32"/>
    <p:sldId id="266" r:id="rId33"/>
    <p:sldId id="299" r:id="rId34"/>
    <p:sldId id="267" r:id="rId35"/>
    <p:sldId id="262" r:id="rId36"/>
    <p:sldId id="264" r:id="rId37"/>
    <p:sldId id="265" r:id="rId38"/>
    <p:sldId id="288" r:id="rId39"/>
    <p:sldId id="257" r:id="rId40"/>
    <p:sldId id="270" r:id="rId41"/>
    <p:sldId id="272" r:id="rId42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presProps" Target="presProps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tableStyles" Target="tableStyles.xml"/><Relationship Id="rId20" Type="http://schemas.openxmlformats.org/officeDocument/2006/relationships/slide" Target="slides/slide18.xml"/><Relationship Id="rId41" Type="http://schemas.openxmlformats.org/officeDocument/2006/relationships/slide" Target="slides/slide39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png"/><Relationship Id="rId4" Type="http://schemas.openxmlformats.org/officeDocument/2006/relationships/image" Target="../media/image8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0.png"/><Relationship Id="rId4" Type="http://schemas.openxmlformats.org/officeDocument/2006/relationships/image" Target="../media/image6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png"/><Relationship Id="rId4" Type="http://schemas.openxmlformats.org/officeDocument/2006/relationships/image" Target="../media/image8.png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3.png"/><Relationship Id="rId4" Type="http://schemas.openxmlformats.org/officeDocument/2006/relationships/image" Target="../media/image4.png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8.png"/><Relationship Id="rId4" Type="http://schemas.openxmlformats.org/officeDocument/2006/relationships/image" Target="../media/image4.png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png"/><Relationship Id="rId4" Type="http://schemas.openxmlformats.org/officeDocument/2006/relationships/image" Target="../media/image8.png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-79533" y="-70700"/>
            <a:ext cx="12372800" cy="7008400"/>
          </a:xfrm>
          <a:prstGeom prst="rect">
            <a:avLst/>
          </a:prstGeom>
          <a:gradFill>
            <a:gsLst>
              <a:gs pos="0">
                <a:srgbClr val="7920B8"/>
              </a:gs>
              <a:gs pos="100000">
                <a:srgbClr val="2F1045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latin typeface="Hind"/>
              <a:ea typeface="Hind"/>
              <a:cs typeface="Hind"/>
              <a:sym typeface="Hind"/>
            </a:endParaRPr>
          </a:p>
        </p:txBody>
      </p:sp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1299867" y="1922317"/>
            <a:ext cx="9110800" cy="2556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667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1299867" y="4533184"/>
            <a:ext cx="6028000" cy="54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2133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grpSp>
        <p:nvGrpSpPr>
          <p:cNvPr id="12" name="Google Shape;12;p2"/>
          <p:cNvGrpSpPr/>
          <p:nvPr/>
        </p:nvGrpSpPr>
        <p:grpSpPr>
          <a:xfrm>
            <a:off x="7878843" y="713332"/>
            <a:ext cx="4634557" cy="7493784"/>
            <a:chOff x="5909132" y="534999"/>
            <a:chExt cx="3475918" cy="5620338"/>
          </a:xfrm>
        </p:grpSpPr>
        <p:grpSp>
          <p:nvGrpSpPr>
            <p:cNvPr id="13" name="Google Shape;13;p2"/>
            <p:cNvGrpSpPr/>
            <p:nvPr/>
          </p:nvGrpSpPr>
          <p:grpSpPr>
            <a:xfrm>
              <a:off x="5909132" y="3487469"/>
              <a:ext cx="2773543" cy="2667868"/>
              <a:chOff x="5909132" y="3487469"/>
              <a:chExt cx="2773543" cy="2667868"/>
            </a:xfrm>
          </p:grpSpPr>
          <p:pic>
            <p:nvPicPr>
              <p:cNvPr id="14" name="Google Shape;14;p2"/>
              <p:cNvPicPr preferRelativeResize="0"/>
              <p:nvPr/>
            </p:nvPicPr>
            <p:blipFill>
              <a:blip r:embed="rId2">
                <a:alphaModFix/>
              </a:blip>
              <a:stretch>
                <a:fillRect/>
              </a:stretch>
            </p:blipFill>
            <p:spPr>
              <a:xfrm>
                <a:off x="7774900" y="3487469"/>
                <a:ext cx="907775" cy="907788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5" name="Google Shape;15;p2"/>
              <p:cNvPicPr preferRelativeResize="0"/>
              <p:nvPr/>
            </p:nvPicPr>
            <p:blipFill>
              <a:blip r:embed="rId3">
                <a:alphaModFix amt="32000"/>
              </a:blip>
              <a:stretch>
                <a:fillRect/>
              </a:stretch>
            </p:blipFill>
            <p:spPr>
              <a:xfrm>
                <a:off x="5909132" y="3955138"/>
                <a:ext cx="2200136" cy="22002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pic>
          <p:nvPicPr>
            <p:cNvPr id="16" name="Google Shape;16;p2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6767874" y="534999"/>
              <a:ext cx="2617176" cy="1292635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7" name="Google Shape;17;p2"/>
          <p:cNvGrpSpPr/>
          <p:nvPr/>
        </p:nvGrpSpPr>
        <p:grpSpPr>
          <a:xfrm>
            <a:off x="607068" y="724398"/>
            <a:ext cx="10334849" cy="5788228"/>
            <a:chOff x="455300" y="543298"/>
            <a:chExt cx="7751137" cy="4341171"/>
          </a:xfrm>
        </p:grpSpPr>
        <p:pic>
          <p:nvPicPr>
            <p:cNvPr id="18" name="Google Shape;18;p2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455300" y="543298"/>
              <a:ext cx="519600" cy="51956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9" name="Google Shape;19;p2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7027437" y="3703430"/>
              <a:ext cx="1179000" cy="1181040"/>
            </a:xfrm>
            <a:prstGeom prst="rect">
              <a:avLst/>
            </a:prstGeom>
            <a:noFill/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40080935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E46962"/>
          </p15:clr>
        </p15:guide>
        <p15:guide id="2" pos="2880">
          <p15:clr>
            <a:srgbClr val="E46962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3"/>
          <p:cNvSpPr/>
          <p:nvPr/>
        </p:nvSpPr>
        <p:spPr>
          <a:xfrm>
            <a:off x="-79533" y="-70700"/>
            <a:ext cx="12372800" cy="7008400"/>
          </a:xfrm>
          <a:prstGeom prst="rect">
            <a:avLst/>
          </a:prstGeom>
          <a:gradFill>
            <a:gsLst>
              <a:gs pos="0">
                <a:srgbClr val="7920B8"/>
              </a:gs>
              <a:gs pos="100000">
                <a:srgbClr val="2F1045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latin typeface="Hind"/>
              <a:ea typeface="Hind"/>
              <a:cs typeface="Hind"/>
              <a:sym typeface="Hind"/>
            </a:endParaRPr>
          </a:p>
        </p:txBody>
      </p:sp>
      <p:sp>
        <p:nvSpPr>
          <p:cNvPr id="22" name="Google Shape;22;p3"/>
          <p:cNvSpPr txBox="1">
            <a:spLocks noGrp="1"/>
          </p:cNvSpPr>
          <p:nvPr>
            <p:ph type="title"/>
          </p:nvPr>
        </p:nvSpPr>
        <p:spPr>
          <a:xfrm>
            <a:off x="2990867" y="3173100"/>
            <a:ext cx="4044800" cy="135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000"/>
              <a:buNone/>
              <a:defRPr sz="6667"/>
            </a:lvl1pPr>
            <a:lvl2pPr lvl="1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6667"/>
            </a:lvl2pPr>
            <a:lvl3pPr lvl="2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6667"/>
            </a:lvl3pPr>
            <a:lvl4pPr lvl="3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6667"/>
            </a:lvl4pPr>
            <a:lvl5pPr lvl="4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6667"/>
            </a:lvl5pPr>
            <a:lvl6pPr lvl="5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6667"/>
            </a:lvl6pPr>
            <a:lvl7pPr lvl="6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6667"/>
            </a:lvl7pPr>
            <a:lvl8pPr lvl="7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6667"/>
            </a:lvl8pPr>
            <a:lvl9pPr lvl="8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6667"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23" name="Google Shape;23;p3"/>
          <p:cNvSpPr txBox="1">
            <a:spLocks noGrp="1"/>
          </p:cNvSpPr>
          <p:nvPr>
            <p:ph type="title" idx="2" hasCustomPrompt="1"/>
          </p:nvPr>
        </p:nvSpPr>
        <p:spPr>
          <a:xfrm>
            <a:off x="1537667" y="3173100"/>
            <a:ext cx="1453200" cy="13500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667" b="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9pPr>
          </a:lstStyle>
          <a:p>
            <a:r>
              <a:t>xx%</a:t>
            </a:r>
          </a:p>
        </p:txBody>
      </p:sp>
      <p:grpSp>
        <p:nvGrpSpPr>
          <p:cNvPr id="24" name="Google Shape;24;p3"/>
          <p:cNvGrpSpPr/>
          <p:nvPr/>
        </p:nvGrpSpPr>
        <p:grpSpPr>
          <a:xfrm>
            <a:off x="4600735" y="-767926"/>
            <a:ext cx="8182576" cy="5741689"/>
            <a:chOff x="3450551" y="-575945"/>
            <a:chExt cx="6136932" cy="4306267"/>
          </a:xfrm>
        </p:grpSpPr>
        <p:pic>
          <p:nvPicPr>
            <p:cNvPr id="25" name="Google Shape;25;p3"/>
            <p:cNvPicPr preferRelativeResize="0"/>
            <p:nvPr/>
          </p:nvPicPr>
          <p:blipFill>
            <a:blip r:embed="rId2">
              <a:alphaModFix amt="44000"/>
            </a:blip>
            <a:stretch>
              <a:fillRect/>
            </a:stretch>
          </p:blipFill>
          <p:spPr>
            <a:xfrm>
              <a:off x="3450551" y="-575945"/>
              <a:ext cx="2338675" cy="233873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6" name="Google Shape;26;p3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7270343" y="1413148"/>
              <a:ext cx="2317140" cy="2317174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7" name="Google Shape;27;p3"/>
          <p:cNvGrpSpPr/>
          <p:nvPr/>
        </p:nvGrpSpPr>
        <p:grpSpPr>
          <a:xfrm>
            <a:off x="7646471" y="1068476"/>
            <a:ext cx="5952535" cy="5414933"/>
            <a:chOff x="5734853" y="801357"/>
            <a:chExt cx="4464401" cy="4061200"/>
          </a:xfrm>
        </p:grpSpPr>
        <p:pic>
          <p:nvPicPr>
            <p:cNvPr id="28" name="Google Shape;28;p3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5734853" y="3691757"/>
              <a:ext cx="1170776" cy="11708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9" name="Google Shape;29;p3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6658535" y="801357"/>
              <a:ext cx="3540719" cy="354077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0" name="Google Shape;30;p3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8085939" y="2228192"/>
              <a:ext cx="685948" cy="687084"/>
            </a:xfrm>
            <a:prstGeom prst="rect">
              <a:avLst/>
            </a:prstGeom>
            <a:noFill/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3707200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4"/>
          <p:cNvSpPr/>
          <p:nvPr/>
        </p:nvSpPr>
        <p:spPr>
          <a:xfrm>
            <a:off x="-79533" y="-70700"/>
            <a:ext cx="12372800" cy="7008400"/>
          </a:xfrm>
          <a:prstGeom prst="rect">
            <a:avLst/>
          </a:prstGeom>
          <a:gradFill>
            <a:gsLst>
              <a:gs pos="0">
                <a:srgbClr val="7920B8"/>
              </a:gs>
              <a:gs pos="100000">
                <a:srgbClr val="2F1045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latin typeface="Hind"/>
              <a:ea typeface="Hind"/>
              <a:cs typeface="Hind"/>
              <a:sym typeface="Hind"/>
            </a:endParaRPr>
          </a:p>
        </p:txBody>
      </p:sp>
      <p:sp>
        <p:nvSpPr>
          <p:cNvPr id="33" name="Google Shape;33;p4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4" name="Google Shape;34;p4"/>
          <p:cNvSpPr txBox="1">
            <a:spLocks noGrp="1"/>
          </p:cNvSpPr>
          <p:nvPr>
            <p:ph type="body" idx="1"/>
          </p:nvPr>
        </p:nvSpPr>
        <p:spPr>
          <a:xfrm>
            <a:off x="960000" y="1536633"/>
            <a:ext cx="102720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2332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marL="1219170" lvl="1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828754" lvl="2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2438339" lvl="3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3047924" lvl="4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3657509" lvl="5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4267093" lvl="6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4876678" lvl="7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5486263" lvl="8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35" name="Google Shape;35;p4"/>
          <p:cNvGrpSpPr/>
          <p:nvPr/>
        </p:nvGrpSpPr>
        <p:grpSpPr>
          <a:xfrm rot="10800000" flipH="1">
            <a:off x="9616846" y="5516289"/>
            <a:ext cx="1785596" cy="1785596"/>
            <a:chOff x="3620002" y="1131752"/>
            <a:chExt cx="828301" cy="828301"/>
          </a:xfrm>
        </p:grpSpPr>
        <p:pic>
          <p:nvPicPr>
            <p:cNvPr id="36" name="Google Shape;36;p4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3620002" y="1131752"/>
              <a:ext cx="828301" cy="82830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7" name="Google Shape;37;p4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3720721" y="1231931"/>
              <a:ext cx="626858" cy="627938"/>
            </a:xfrm>
            <a:prstGeom prst="rect">
              <a:avLst/>
            </a:prstGeom>
            <a:noFill/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23601989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 and two columns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/>
          <p:nvPr/>
        </p:nvSpPr>
        <p:spPr>
          <a:xfrm>
            <a:off x="-79533" y="-70700"/>
            <a:ext cx="12372800" cy="7008400"/>
          </a:xfrm>
          <a:prstGeom prst="rect">
            <a:avLst/>
          </a:prstGeom>
          <a:gradFill>
            <a:gsLst>
              <a:gs pos="0">
                <a:srgbClr val="7920B8"/>
              </a:gs>
              <a:gs pos="100000">
                <a:srgbClr val="2F1045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latin typeface="Hind"/>
              <a:ea typeface="Hind"/>
              <a:cs typeface="Hind"/>
              <a:sym typeface="Hind"/>
            </a:endParaRPr>
          </a:p>
        </p:txBody>
      </p:sp>
      <p:sp>
        <p:nvSpPr>
          <p:cNvPr id="40" name="Google Shape;40;p5"/>
          <p:cNvSpPr txBox="1">
            <a:spLocks noGrp="1"/>
          </p:cNvSpPr>
          <p:nvPr>
            <p:ph type="subTitle" idx="1"/>
          </p:nvPr>
        </p:nvSpPr>
        <p:spPr>
          <a:xfrm>
            <a:off x="1955733" y="3124200"/>
            <a:ext cx="3488800" cy="664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41" name="Google Shape;41;p5"/>
          <p:cNvSpPr txBox="1">
            <a:spLocks noGrp="1"/>
          </p:cNvSpPr>
          <p:nvPr>
            <p:ph type="subTitle" idx="2"/>
          </p:nvPr>
        </p:nvSpPr>
        <p:spPr>
          <a:xfrm>
            <a:off x="6747431" y="3124200"/>
            <a:ext cx="3488800" cy="664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42" name="Google Shape;42;p5"/>
          <p:cNvSpPr txBox="1">
            <a:spLocks noGrp="1"/>
          </p:cNvSpPr>
          <p:nvPr>
            <p:ph type="subTitle" idx="3"/>
          </p:nvPr>
        </p:nvSpPr>
        <p:spPr>
          <a:xfrm>
            <a:off x="1955748" y="3627233"/>
            <a:ext cx="3488800" cy="180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43" name="Google Shape;43;p5"/>
          <p:cNvSpPr txBox="1">
            <a:spLocks noGrp="1"/>
          </p:cNvSpPr>
          <p:nvPr>
            <p:ph type="subTitle" idx="4"/>
          </p:nvPr>
        </p:nvSpPr>
        <p:spPr>
          <a:xfrm>
            <a:off x="6747441" y="3627233"/>
            <a:ext cx="3488800" cy="180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44" name="Google Shape;44;p5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grpSp>
        <p:nvGrpSpPr>
          <p:cNvPr id="45" name="Google Shape;45;p5"/>
          <p:cNvGrpSpPr/>
          <p:nvPr/>
        </p:nvGrpSpPr>
        <p:grpSpPr>
          <a:xfrm>
            <a:off x="2606837" y="1635394"/>
            <a:ext cx="8754167" cy="5719653"/>
            <a:chOff x="1955127" y="1226545"/>
            <a:chExt cx="6565625" cy="4289740"/>
          </a:xfrm>
        </p:grpSpPr>
        <p:pic>
          <p:nvPicPr>
            <p:cNvPr id="46" name="Google Shape;46;p5"/>
            <p:cNvPicPr preferRelativeResize="0"/>
            <p:nvPr/>
          </p:nvPicPr>
          <p:blipFill>
            <a:blip r:embed="rId2">
              <a:alphaModFix amt="44000"/>
            </a:blip>
            <a:stretch>
              <a:fillRect/>
            </a:stretch>
          </p:blipFill>
          <p:spPr>
            <a:xfrm>
              <a:off x="1955127" y="4608495"/>
              <a:ext cx="907775" cy="9077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7" name="Google Shape;47;p5"/>
            <p:cNvPicPr preferRelativeResize="0"/>
            <p:nvPr/>
          </p:nvPicPr>
          <p:blipFill>
            <a:blip r:embed="rId2">
              <a:alphaModFix amt="44000"/>
            </a:blip>
            <a:stretch>
              <a:fillRect/>
            </a:stretch>
          </p:blipFill>
          <p:spPr>
            <a:xfrm>
              <a:off x="7612977" y="1226545"/>
              <a:ext cx="907775" cy="90779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8" name="Google Shape;48;p5"/>
          <p:cNvGrpSpPr/>
          <p:nvPr/>
        </p:nvGrpSpPr>
        <p:grpSpPr>
          <a:xfrm>
            <a:off x="2248202" y="1482601"/>
            <a:ext cx="9507969" cy="4904449"/>
            <a:chOff x="1686151" y="1111950"/>
            <a:chExt cx="7130977" cy="3678337"/>
          </a:xfrm>
        </p:grpSpPr>
        <p:pic>
          <p:nvPicPr>
            <p:cNvPr id="49" name="Google Shape;49;p5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 rot="5400000">
              <a:off x="1686151" y="4426712"/>
              <a:ext cx="363575" cy="36357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0" name="Google Shape;50;p5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8245421" y="1111950"/>
              <a:ext cx="571707" cy="572700"/>
            </a:xfrm>
            <a:prstGeom prst="rect">
              <a:avLst/>
            </a:prstGeom>
            <a:noFill/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8613598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7"/>
          <p:cNvSpPr/>
          <p:nvPr/>
        </p:nvSpPr>
        <p:spPr>
          <a:xfrm>
            <a:off x="10867" y="4500"/>
            <a:ext cx="12192000" cy="6858000"/>
          </a:xfrm>
          <a:prstGeom prst="rect">
            <a:avLst/>
          </a:prstGeom>
          <a:gradFill>
            <a:gsLst>
              <a:gs pos="0">
                <a:srgbClr val="7920B8"/>
              </a:gs>
              <a:gs pos="100000">
                <a:srgbClr val="2F1045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latin typeface="Hind"/>
              <a:ea typeface="Hind"/>
              <a:cs typeface="Hind"/>
              <a:sym typeface="Hind"/>
            </a:endParaRPr>
          </a:p>
        </p:txBody>
      </p:sp>
      <p:sp>
        <p:nvSpPr>
          <p:cNvPr id="62" name="Google Shape;62;p7"/>
          <p:cNvSpPr txBox="1">
            <a:spLocks noGrp="1"/>
          </p:cNvSpPr>
          <p:nvPr>
            <p:ph type="title"/>
          </p:nvPr>
        </p:nvSpPr>
        <p:spPr>
          <a:xfrm>
            <a:off x="953467" y="2208100"/>
            <a:ext cx="42864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63" name="Google Shape;63;p7"/>
          <p:cNvSpPr txBox="1">
            <a:spLocks noGrp="1"/>
          </p:cNvSpPr>
          <p:nvPr>
            <p:ph type="body" idx="1"/>
          </p:nvPr>
        </p:nvSpPr>
        <p:spPr>
          <a:xfrm>
            <a:off x="953467" y="2895500"/>
            <a:ext cx="4286400" cy="175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1pPr>
            <a:lvl2pPr marL="1219170" lvl="1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2pPr>
            <a:lvl3pPr marL="1828754" lvl="2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3pPr>
            <a:lvl4pPr marL="2438339" lvl="3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4pPr>
            <a:lvl5pPr marL="3047924" lvl="4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5pPr>
            <a:lvl6pPr marL="3657509" lvl="5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6pPr>
            <a:lvl7pPr marL="4267093" lvl="6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7pPr>
            <a:lvl8pPr marL="4876678" lvl="7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8pPr>
            <a:lvl9pPr marL="5486263" lvl="8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4" name="Google Shape;64;p7"/>
          <p:cNvSpPr>
            <a:spLocks noGrp="1"/>
          </p:cNvSpPr>
          <p:nvPr>
            <p:ph type="pic" idx="2"/>
          </p:nvPr>
        </p:nvSpPr>
        <p:spPr>
          <a:xfrm>
            <a:off x="5905500" y="0"/>
            <a:ext cx="6286400" cy="6858000"/>
          </a:xfrm>
          <a:prstGeom prst="rect">
            <a:avLst/>
          </a:prstGeom>
          <a:noFill/>
          <a:ln>
            <a:noFill/>
          </a:ln>
        </p:spPr>
      </p:sp>
      <p:pic>
        <p:nvPicPr>
          <p:cNvPr id="65" name="Google Shape;65;p7"/>
          <p:cNvPicPr preferRelativeResize="0"/>
          <p:nvPr/>
        </p:nvPicPr>
        <p:blipFill>
          <a:blip r:embed="rId2">
            <a:alphaModFix amt="44000"/>
          </a:blip>
          <a:stretch>
            <a:fillRect/>
          </a:stretch>
        </p:blipFill>
        <p:spPr>
          <a:xfrm>
            <a:off x="3279937" y="5943960"/>
            <a:ext cx="1210367" cy="121038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66" name="Google Shape;66;p7"/>
          <p:cNvGrpSpPr/>
          <p:nvPr/>
        </p:nvGrpSpPr>
        <p:grpSpPr>
          <a:xfrm>
            <a:off x="-517234" y="4566085"/>
            <a:ext cx="4644735" cy="2225448"/>
            <a:chOff x="-387926" y="3424564"/>
            <a:chExt cx="3483551" cy="1669086"/>
          </a:xfrm>
        </p:grpSpPr>
        <p:pic>
          <p:nvPicPr>
            <p:cNvPr id="67" name="Google Shape;67;p7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 rot="5400000">
              <a:off x="2732051" y="4730075"/>
              <a:ext cx="363575" cy="36357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8" name="Google Shape;68;p7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-387926" y="3424564"/>
              <a:ext cx="979200" cy="980923"/>
            </a:xfrm>
            <a:prstGeom prst="rect">
              <a:avLst/>
            </a:prstGeom>
            <a:noFill/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25396170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8"/>
          <p:cNvSpPr/>
          <p:nvPr/>
        </p:nvSpPr>
        <p:spPr>
          <a:xfrm>
            <a:off x="-79533" y="-70700"/>
            <a:ext cx="12372800" cy="7008400"/>
          </a:xfrm>
          <a:prstGeom prst="rect">
            <a:avLst/>
          </a:prstGeom>
          <a:gradFill>
            <a:gsLst>
              <a:gs pos="0">
                <a:srgbClr val="7920B8"/>
              </a:gs>
              <a:gs pos="100000">
                <a:srgbClr val="2F1045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latin typeface="Hind"/>
              <a:ea typeface="Hind"/>
              <a:cs typeface="Hind"/>
              <a:sym typeface="Hind"/>
            </a:endParaRPr>
          </a:p>
        </p:txBody>
      </p:sp>
      <p:sp>
        <p:nvSpPr>
          <p:cNvPr id="71" name="Google Shape;71;p8"/>
          <p:cNvSpPr txBox="1">
            <a:spLocks noGrp="1"/>
          </p:cNvSpPr>
          <p:nvPr>
            <p:ph type="title"/>
          </p:nvPr>
        </p:nvSpPr>
        <p:spPr>
          <a:xfrm>
            <a:off x="1850800" y="1742800"/>
            <a:ext cx="8490400" cy="337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1pPr>
            <a:lvl2pPr lvl="1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2pPr>
            <a:lvl3pPr lvl="2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3pPr>
            <a:lvl4pPr lvl="3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4pPr>
            <a:lvl5pPr lvl="4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5pPr>
            <a:lvl6pPr lvl="5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6pPr>
            <a:lvl7pPr lvl="6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7pPr>
            <a:lvl8pPr lvl="7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8pPr>
            <a:lvl9pPr lvl="8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4829991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9"/>
          <p:cNvSpPr/>
          <p:nvPr/>
        </p:nvSpPr>
        <p:spPr>
          <a:xfrm>
            <a:off x="-79533" y="-70700"/>
            <a:ext cx="12372800" cy="7008400"/>
          </a:xfrm>
          <a:prstGeom prst="rect">
            <a:avLst/>
          </a:prstGeom>
          <a:gradFill>
            <a:gsLst>
              <a:gs pos="0">
                <a:srgbClr val="7920B8"/>
              </a:gs>
              <a:gs pos="100000">
                <a:srgbClr val="2F1045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latin typeface="Hind"/>
              <a:ea typeface="Hind"/>
              <a:cs typeface="Hind"/>
              <a:sym typeface="Hind"/>
            </a:endParaRPr>
          </a:p>
        </p:txBody>
      </p:sp>
      <p:sp>
        <p:nvSpPr>
          <p:cNvPr id="74" name="Google Shape;74;p9"/>
          <p:cNvSpPr txBox="1">
            <a:spLocks noGrp="1"/>
          </p:cNvSpPr>
          <p:nvPr>
            <p:ph type="title"/>
          </p:nvPr>
        </p:nvSpPr>
        <p:spPr>
          <a:xfrm>
            <a:off x="2988567" y="2141733"/>
            <a:ext cx="6214800" cy="1122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6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75" name="Google Shape;75;p9"/>
          <p:cNvSpPr txBox="1">
            <a:spLocks noGrp="1"/>
          </p:cNvSpPr>
          <p:nvPr>
            <p:ph type="subTitle" idx="1"/>
          </p:nvPr>
        </p:nvSpPr>
        <p:spPr>
          <a:xfrm>
            <a:off x="2988633" y="3309067"/>
            <a:ext cx="6214800" cy="140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2133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9036395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/>
          <p:nvPr/>
        </p:nvSpPr>
        <p:spPr>
          <a:xfrm>
            <a:off x="-79533" y="-70700"/>
            <a:ext cx="12372800" cy="7008400"/>
          </a:xfrm>
          <a:prstGeom prst="rect">
            <a:avLst/>
          </a:prstGeom>
          <a:gradFill>
            <a:gsLst>
              <a:gs pos="0">
                <a:srgbClr val="7920B8"/>
              </a:gs>
              <a:gs pos="100000">
                <a:srgbClr val="2F1045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latin typeface="Hind"/>
              <a:ea typeface="Hind"/>
              <a:cs typeface="Hind"/>
              <a:sym typeface="Hind"/>
            </a:endParaRPr>
          </a:p>
        </p:txBody>
      </p:sp>
      <p:sp>
        <p:nvSpPr>
          <p:cNvPr id="80" name="Google Shape;80;p11"/>
          <p:cNvSpPr txBox="1">
            <a:spLocks noGrp="1"/>
          </p:cNvSpPr>
          <p:nvPr>
            <p:ph type="title" hasCustomPrompt="1"/>
          </p:nvPr>
        </p:nvSpPr>
        <p:spPr>
          <a:xfrm>
            <a:off x="953467" y="2397351"/>
            <a:ext cx="5334000" cy="1605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 b="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9pPr>
          </a:lstStyle>
          <a:p>
            <a:r>
              <a:t>xx%</a:t>
            </a:r>
          </a:p>
        </p:txBody>
      </p:sp>
      <p:sp>
        <p:nvSpPr>
          <p:cNvPr id="81" name="Google Shape;81;p11"/>
          <p:cNvSpPr txBox="1">
            <a:spLocks noGrp="1"/>
          </p:cNvSpPr>
          <p:nvPr>
            <p:ph type="subTitle" idx="1"/>
          </p:nvPr>
        </p:nvSpPr>
        <p:spPr>
          <a:xfrm>
            <a:off x="953467" y="3869849"/>
            <a:ext cx="5334000" cy="59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grpSp>
        <p:nvGrpSpPr>
          <p:cNvPr id="82" name="Google Shape;82;p11"/>
          <p:cNvGrpSpPr/>
          <p:nvPr/>
        </p:nvGrpSpPr>
        <p:grpSpPr>
          <a:xfrm>
            <a:off x="5308604" y="-1016000"/>
            <a:ext cx="7151931" cy="9079031"/>
            <a:chOff x="3981453" y="-762000"/>
            <a:chExt cx="5363948" cy="6809273"/>
          </a:xfrm>
        </p:grpSpPr>
        <p:pic>
          <p:nvPicPr>
            <p:cNvPr id="83" name="Google Shape;83;p11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6333623" y="1827998"/>
              <a:ext cx="3011778" cy="14875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4" name="Google Shape;84;p11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 rot="10800000" flipH="1">
              <a:off x="3981453" y="-762000"/>
              <a:ext cx="1943098" cy="19431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5" name="Google Shape;85;p11"/>
            <p:cNvPicPr preferRelativeResize="0"/>
            <p:nvPr/>
          </p:nvPicPr>
          <p:blipFill>
            <a:blip r:embed="rId4">
              <a:alphaModFix amt="44000"/>
            </a:blip>
            <a:stretch>
              <a:fillRect/>
            </a:stretch>
          </p:blipFill>
          <p:spPr>
            <a:xfrm flipH="1">
              <a:off x="5183801" y="4271273"/>
              <a:ext cx="1776000" cy="17760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6" name="Google Shape;86;p11"/>
            <p:cNvPicPr preferRelativeResize="0"/>
            <p:nvPr/>
          </p:nvPicPr>
          <p:blipFill>
            <a:blip r:embed="rId5">
              <a:alphaModFix amt="26000"/>
            </a:blip>
            <a:stretch>
              <a:fillRect/>
            </a:stretch>
          </p:blipFill>
          <p:spPr>
            <a:xfrm flipH="1">
              <a:off x="5695325" y="4782156"/>
              <a:ext cx="753054" cy="754279"/>
            </a:xfrm>
            <a:prstGeom prst="rect">
              <a:avLst/>
            </a:prstGeom>
            <a:noFill/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29789336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Table of contents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3"/>
          <p:cNvSpPr/>
          <p:nvPr/>
        </p:nvSpPr>
        <p:spPr>
          <a:xfrm>
            <a:off x="-79533" y="-70700"/>
            <a:ext cx="12372800" cy="7008400"/>
          </a:xfrm>
          <a:prstGeom prst="rect">
            <a:avLst/>
          </a:prstGeom>
          <a:gradFill>
            <a:gsLst>
              <a:gs pos="0">
                <a:srgbClr val="7920B8"/>
              </a:gs>
              <a:gs pos="100000">
                <a:srgbClr val="2F1045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latin typeface="Hind"/>
              <a:ea typeface="Hind"/>
              <a:cs typeface="Hind"/>
              <a:sym typeface="Hind"/>
            </a:endParaRPr>
          </a:p>
        </p:txBody>
      </p:sp>
      <p:sp>
        <p:nvSpPr>
          <p:cNvPr id="90" name="Google Shape;90;p13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91" name="Google Shape;91;p13"/>
          <p:cNvSpPr txBox="1">
            <a:spLocks noGrp="1"/>
          </p:cNvSpPr>
          <p:nvPr>
            <p:ph type="title" idx="2" hasCustomPrompt="1"/>
          </p:nvPr>
        </p:nvSpPr>
        <p:spPr>
          <a:xfrm>
            <a:off x="1426627" y="2220411"/>
            <a:ext cx="979600" cy="596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400" b="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92" name="Google Shape;92;p13"/>
          <p:cNvSpPr txBox="1">
            <a:spLocks noGrp="1"/>
          </p:cNvSpPr>
          <p:nvPr>
            <p:ph type="title" idx="3" hasCustomPrompt="1"/>
          </p:nvPr>
        </p:nvSpPr>
        <p:spPr>
          <a:xfrm>
            <a:off x="1426627" y="4286088"/>
            <a:ext cx="979600" cy="596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400" b="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93" name="Google Shape;93;p13"/>
          <p:cNvSpPr txBox="1">
            <a:spLocks noGrp="1"/>
          </p:cNvSpPr>
          <p:nvPr>
            <p:ph type="title" idx="4" hasCustomPrompt="1"/>
          </p:nvPr>
        </p:nvSpPr>
        <p:spPr>
          <a:xfrm>
            <a:off x="4753797" y="2220411"/>
            <a:ext cx="979600" cy="596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400" b="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94" name="Google Shape;94;p13"/>
          <p:cNvSpPr txBox="1">
            <a:spLocks noGrp="1"/>
          </p:cNvSpPr>
          <p:nvPr>
            <p:ph type="title" idx="5" hasCustomPrompt="1"/>
          </p:nvPr>
        </p:nvSpPr>
        <p:spPr>
          <a:xfrm>
            <a:off x="4753797" y="4286088"/>
            <a:ext cx="979600" cy="596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400" b="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95" name="Google Shape;95;p13"/>
          <p:cNvSpPr txBox="1">
            <a:spLocks noGrp="1"/>
          </p:cNvSpPr>
          <p:nvPr>
            <p:ph type="title" idx="6" hasCustomPrompt="1"/>
          </p:nvPr>
        </p:nvSpPr>
        <p:spPr>
          <a:xfrm>
            <a:off x="8080967" y="2220411"/>
            <a:ext cx="979600" cy="596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400" b="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96" name="Google Shape;96;p13"/>
          <p:cNvSpPr txBox="1">
            <a:spLocks noGrp="1"/>
          </p:cNvSpPr>
          <p:nvPr>
            <p:ph type="title" idx="7" hasCustomPrompt="1"/>
          </p:nvPr>
        </p:nvSpPr>
        <p:spPr>
          <a:xfrm>
            <a:off x="8080967" y="4286088"/>
            <a:ext cx="979600" cy="596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400" b="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97" name="Google Shape;97;p13"/>
          <p:cNvSpPr txBox="1">
            <a:spLocks noGrp="1"/>
          </p:cNvSpPr>
          <p:nvPr>
            <p:ph type="subTitle" idx="1"/>
          </p:nvPr>
        </p:nvSpPr>
        <p:spPr>
          <a:xfrm>
            <a:off x="1426627" y="2690033"/>
            <a:ext cx="2684400" cy="59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400" b="1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98" name="Google Shape;98;p13"/>
          <p:cNvSpPr txBox="1">
            <a:spLocks noGrp="1"/>
          </p:cNvSpPr>
          <p:nvPr>
            <p:ph type="subTitle" idx="8"/>
          </p:nvPr>
        </p:nvSpPr>
        <p:spPr>
          <a:xfrm>
            <a:off x="4753797" y="2690033"/>
            <a:ext cx="2684400" cy="59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400" b="1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99" name="Google Shape;99;p13"/>
          <p:cNvSpPr txBox="1">
            <a:spLocks noGrp="1"/>
          </p:cNvSpPr>
          <p:nvPr>
            <p:ph type="subTitle" idx="9"/>
          </p:nvPr>
        </p:nvSpPr>
        <p:spPr>
          <a:xfrm>
            <a:off x="8080967" y="2690033"/>
            <a:ext cx="2684400" cy="59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400" b="1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00" name="Google Shape;100;p13"/>
          <p:cNvSpPr txBox="1">
            <a:spLocks noGrp="1"/>
          </p:cNvSpPr>
          <p:nvPr>
            <p:ph type="subTitle" idx="13"/>
          </p:nvPr>
        </p:nvSpPr>
        <p:spPr>
          <a:xfrm>
            <a:off x="1426627" y="4755900"/>
            <a:ext cx="2684400" cy="59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400" b="1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01" name="Google Shape;101;p13"/>
          <p:cNvSpPr txBox="1">
            <a:spLocks noGrp="1"/>
          </p:cNvSpPr>
          <p:nvPr>
            <p:ph type="subTitle" idx="14"/>
          </p:nvPr>
        </p:nvSpPr>
        <p:spPr>
          <a:xfrm>
            <a:off x="4753797" y="4755900"/>
            <a:ext cx="2684400" cy="59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400" b="1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02" name="Google Shape;102;p13"/>
          <p:cNvSpPr txBox="1">
            <a:spLocks noGrp="1"/>
          </p:cNvSpPr>
          <p:nvPr>
            <p:ph type="subTitle" idx="15"/>
          </p:nvPr>
        </p:nvSpPr>
        <p:spPr>
          <a:xfrm>
            <a:off x="8080967" y="4755900"/>
            <a:ext cx="2684400" cy="59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400" b="1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grpSp>
        <p:nvGrpSpPr>
          <p:cNvPr id="103" name="Google Shape;103;p13"/>
          <p:cNvGrpSpPr/>
          <p:nvPr/>
        </p:nvGrpSpPr>
        <p:grpSpPr>
          <a:xfrm>
            <a:off x="-790283" y="514033"/>
            <a:ext cx="14116500" cy="6779867"/>
            <a:chOff x="-592713" y="385525"/>
            <a:chExt cx="10587375" cy="5084900"/>
          </a:xfrm>
        </p:grpSpPr>
        <p:pic>
          <p:nvPicPr>
            <p:cNvPr id="104" name="Google Shape;104;p13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220525" y="4481275"/>
              <a:ext cx="989150" cy="9891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05" name="Google Shape;105;p13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-592713" y="3366000"/>
              <a:ext cx="1354975" cy="135497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06" name="Google Shape;106;p13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8162200" y="385525"/>
              <a:ext cx="989150" cy="9891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07" name="Google Shape;107;p13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8639687" y="1110162"/>
              <a:ext cx="1354975" cy="1354975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08" name="Google Shape;108;p13"/>
          <p:cNvGrpSpPr/>
          <p:nvPr/>
        </p:nvGrpSpPr>
        <p:grpSpPr>
          <a:xfrm>
            <a:off x="655059" y="904834"/>
            <a:ext cx="11155941" cy="6028033"/>
            <a:chOff x="491294" y="678625"/>
            <a:chExt cx="8366956" cy="4521025"/>
          </a:xfrm>
        </p:grpSpPr>
        <p:pic>
          <p:nvPicPr>
            <p:cNvPr id="109" name="Google Shape;109;p13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8455275" y="678625"/>
              <a:ext cx="402975" cy="4029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0" name="Google Shape;110;p13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491294" y="4752050"/>
              <a:ext cx="447616" cy="447600"/>
            </a:xfrm>
            <a:prstGeom prst="rect">
              <a:avLst/>
            </a:prstGeom>
            <a:noFill/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12182607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Title only 1"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4"/>
          <p:cNvSpPr/>
          <p:nvPr/>
        </p:nvSpPr>
        <p:spPr>
          <a:xfrm>
            <a:off x="-79533" y="-70700"/>
            <a:ext cx="12372800" cy="7008400"/>
          </a:xfrm>
          <a:prstGeom prst="rect">
            <a:avLst/>
          </a:prstGeom>
          <a:gradFill>
            <a:gsLst>
              <a:gs pos="0">
                <a:srgbClr val="7920B8"/>
              </a:gs>
              <a:gs pos="100000">
                <a:srgbClr val="2F1045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latin typeface="Hind"/>
              <a:ea typeface="Hind"/>
              <a:cs typeface="Hind"/>
              <a:sym typeface="Hind"/>
            </a:endParaRPr>
          </a:p>
        </p:txBody>
      </p:sp>
      <p:sp>
        <p:nvSpPr>
          <p:cNvPr id="113" name="Google Shape;113;p14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grpSp>
        <p:nvGrpSpPr>
          <p:cNvPr id="114" name="Google Shape;114;p14"/>
          <p:cNvGrpSpPr/>
          <p:nvPr/>
        </p:nvGrpSpPr>
        <p:grpSpPr>
          <a:xfrm>
            <a:off x="8216884" y="-922133"/>
            <a:ext cx="2368000" cy="2368000"/>
            <a:chOff x="6162663" y="-691600"/>
            <a:chExt cx="1776000" cy="1776000"/>
          </a:xfrm>
        </p:grpSpPr>
        <p:pic>
          <p:nvPicPr>
            <p:cNvPr id="115" name="Google Shape;115;p14"/>
            <p:cNvPicPr preferRelativeResize="0"/>
            <p:nvPr/>
          </p:nvPicPr>
          <p:blipFill>
            <a:blip r:embed="rId2">
              <a:alphaModFix amt="26000"/>
            </a:blip>
            <a:stretch>
              <a:fillRect/>
            </a:stretch>
          </p:blipFill>
          <p:spPr>
            <a:xfrm rot="10800000">
              <a:off x="6674187" y="-180761"/>
              <a:ext cx="753054" cy="75427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6" name="Google Shape;116;p14"/>
            <p:cNvPicPr preferRelativeResize="0"/>
            <p:nvPr/>
          </p:nvPicPr>
          <p:blipFill>
            <a:blip r:embed="rId3">
              <a:alphaModFix amt="44000"/>
            </a:blip>
            <a:stretch>
              <a:fillRect/>
            </a:stretch>
          </p:blipFill>
          <p:spPr>
            <a:xfrm rot="10800000">
              <a:off x="6162663" y="-691600"/>
              <a:ext cx="1776000" cy="1776000"/>
            </a:xfrm>
            <a:prstGeom prst="rect">
              <a:avLst/>
            </a:prstGeom>
            <a:noFill/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17459093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2">
  <p:cSld name="Title only 2"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15"/>
          <p:cNvSpPr/>
          <p:nvPr/>
        </p:nvSpPr>
        <p:spPr>
          <a:xfrm>
            <a:off x="-79533" y="-70700"/>
            <a:ext cx="12372800" cy="7008400"/>
          </a:xfrm>
          <a:prstGeom prst="rect">
            <a:avLst/>
          </a:prstGeom>
          <a:gradFill>
            <a:gsLst>
              <a:gs pos="0">
                <a:srgbClr val="7920B8"/>
              </a:gs>
              <a:gs pos="100000">
                <a:srgbClr val="2F1045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latin typeface="Hind"/>
              <a:ea typeface="Hind"/>
              <a:cs typeface="Hind"/>
              <a:sym typeface="Hind"/>
            </a:endParaRPr>
          </a:p>
        </p:txBody>
      </p:sp>
      <p:sp>
        <p:nvSpPr>
          <p:cNvPr id="119" name="Google Shape;119;p15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pic>
        <p:nvPicPr>
          <p:cNvPr id="120" name="Google Shape;120;p1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flipH="1">
            <a:off x="9728452" y="593360"/>
            <a:ext cx="2664560" cy="7636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52877517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3">
  <p:cSld name="Title only 3"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16"/>
          <p:cNvSpPr/>
          <p:nvPr/>
        </p:nvSpPr>
        <p:spPr>
          <a:xfrm>
            <a:off x="-79533" y="-70700"/>
            <a:ext cx="12372800" cy="7008400"/>
          </a:xfrm>
          <a:prstGeom prst="rect">
            <a:avLst/>
          </a:prstGeom>
          <a:gradFill>
            <a:gsLst>
              <a:gs pos="0">
                <a:srgbClr val="7920B8"/>
              </a:gs>
              <a:gs pos="100000">
                <a:srgbClr val="2F1045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latin typeface="Hind"/>
              <a:ea typeface="Hind"/>
              <a:cs typeface="Hind"/>
              <a:sym typeface="Hind"/>
            </a:endParaRPr>
          </a:p>
        </p:txBody>
      </p:sp>
      <p:sp>
        <p:nvSpPr>
          <p:cNvPr id="123" name="Google Shape;123;p16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grpSp>
        <p:nvGrpSpPr>
          <p:cNvPr id="124" name="Google Shape;124;p16"/>
          <p:cNvGrpSpPr/>
          <p:nvPr/>
        </p:nvGrpSpPr>
        <p:grpSpPr>
          <a:xfrm>
            <a:off x="2702536" y="2581743"/>
            <a:ext cx="8874367" cy="4963803"/>
            <a:chOff x="2026902" y="1936307"/>
            <a:chExt cx="6655775" cy="3722852"/>
          </a:xfrm>
        </p:grpSpPr>
        <p:pic>
          <p:nvPicPr>
            <p:cNvPr id="125" name="Google Shape;125;p16"/>
            <p:cNvPicPr preferRelativeResize="0"/>
            <p:nvPr/>
          </p:nvPicPr>
          <p:blipFill>
            <a:blip r:embed="rId2">
              <a:alphaModFix amt="44000"/>
            </a:blip>
            <a:stretch>
              <a:fillRect/>
            </a:stretch>
          </p:blipFill>
          <p:spPr>
            <a:xfrm>
              <a:off x="7774902" y="1936307"/>
              <a:ext cx="907775" cy="9077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26" name="Google Shape;126;p16"/>
            <p:cNvPicPr preferRelativeResize="0"/>
            <p:nvPr/>
          </p:nvPicPr>
          <p:blipFill>
            <a:blip r:embed="rId2">
              <a:alphaModFix amt="44000"/>
            </a:blip>
            <a:stretch>
              <a:fillRect/>
            </a:stretch>
          </p:blipFill>
          <p:spPr>
            <a:xfrm>
              <a:off x="2026902" y="4751370"/>
              <a:ext cx="907775" cy="90779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27" name="Google Shape;127;p16"/>
          <p:cNvGrpSpPr/>
          <p:nvPr/>
        </p:nvGrpSpPr>
        <p:grpSpPr>
          <a:xfrm>
            <a:off x="3912902" y="2428951"/>
            <a:ext cx="8059169" cy="4339100"/>
            <a:chOff x="2934676" y="1821713"/>
            <a:chExt cx="6044377" cy="3254325"/>
          </a:xfrm>
        </p:grpSpPr>
        <p:pic>
          <p:nvPicPr>
            <p:cNvPr id="128" name="Google Shape;128;p16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8407346" y="1821713"/>
              <a:ext cx="571707" cy="5727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29" name="Google Shape;129;p16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 rot="5400000">
              <a:off x="2934676" y="4712462"/>
              <a:ext cx="363575" cy="363575"/>
            </a:xfrm>
            <a:prstGeom prst="rect">
              <a:avLst/>
            </a:prstGeom>
            <a:noFill/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21136389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4">
  <p:cSld name="Title only 4"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7"/>
          <p:cNvSpPr/>
          <p:nvPr/>
        </p:nvSpPr>
        <p:spPr>
          <a:xfrm>
            <a:off x="-79533" y="-70700"/>
            <a:ext cx="12372800" cy="7008400"/>
          </a:xfrm>
          <a:prstGeom prst="rect">
            <a:avLst/>
          </a:prstGeom>
          <a:gradFill>
            <a:gsLst>
              <a:gs pos="0">
                <a:srgbClr val="7920B8"/>
              </a:gs>
              <a:gs pos="100000">
                <a:srgbClr val="2F1045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latin typeface="Hind"/>
              <a:ea typeface="Hind"/>
              <a:cs typeface="Hind"/>
              <a:sym typeface="Hind"/>
            </a:endParaRPr>
          </a:p>
        </p:txBody>
      </p:sp>
      <p:sp>
        <p:nvSpPr>
          <p:cNvPr id="132" name="Google Shape;132;p17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pic>
        <p:nvPicPr>
          <p:cNvPr id="133" name="Google Shape;133;p1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6201" y="5921233"/>
            <a:ext cx="763572" cy="763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4" name="Google Shape;134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777198" y="4394808"/>
            <a:ext cx="1434067" cy="143408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27371690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5">
  <p:cSld name="Title only 5"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18"/>
          <p:cNvSpPr/>
          <p:nvPr/>
        </p:nvSpPr>
        <p:spPr>
          <a:xfrm>
            <a:off x="-79533" y="-70700"/>
            <a:ext cx="12372800" cy="7008400"/>
          </a:xfrm>
          <a:prstGeom prst="rect">
            <a:avLst/>
          </a:prstGeom>
          <a:gradFill>
            <a:gsLst>
              <a:gs pos="0">
                <a:srgbClr val="7920B8"/>
              </a:gs>
              <a:gs pos="100000">
                <a:srgbClr val="2F1045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latin typeface="Hind"/>
              <a:ea typeface="Hind"/>
              <a:cs typeface="Hind"/>
              <a:sym typeface="Hind"/>
            </a:endParaRPr>
          </a:p>
        </p:txBody>
      </p:sp>
      <p:grpSp>
        <p:nvGrpSpPr>
          <p:cNvPr id="137" name="Google Shape;137;p18"/>
          <p:cNvGrpSpPr/>
          <p:nvPr/>
        </p:nvGrpSpPr>
        <p:grpSpPr>
          <a:xfrm>
            <a:off x="-790283" y="514033"/>
            <a:ext cx="14116500" cy="6779867"/>
            <a:chOff x="-592713" y="385525"/>
            <a:chExt cx="10587375" cy="5084900"/>
          </a:xfrm>
        </p:grpSpPr>
        <p:pic>
          <p:nvPicPr>
            <p:cNvPr id="138" name="Google Shape;138;p18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220525" y="4481275"/>
              <a:ext cx="989150" cy="9891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39" name="Google Shape;139;p18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-592713" y="3366000"/>
              <a:ext cx="1354975" cy="135497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40" name="Google Shape;140;p18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8162200" y="385525"/>
              <a:ext cx="989150" cy="9891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41" name="Google Shape;141;p18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8639687" y="1110162"/>
              <a:ext cx="1354975" cy="1354975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42" name="Google Shape;142;p18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grpSp>
        <p:nvGrpSpPr>
          <p:cNvPr id="143" name="Google Shape;143;p18"/>
          <p:cNvGrpSpPr/>
          <p:nvPr/>
        </p:nvGrpSpPr>
        <p:grpSpPr>
          <a:xfrm>
            <a:off x="655059" y="904834"/>
            <a:ext cx="11155941" cy="6028033"/>
            <a:chOff x="491294" y="678625"/>
            <a:chExt cx="8366956" cy="4521025"/>
          </a:xfrm>
        </p:grpSpPr>
        <p:pic>
          <p:nvPicPr>
            <p:cNvPr id="144" name="Google Shape;144;p18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491294" y="4752050"/>
              <a:ext cx="447616" cy="4476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45" name="Google Shape;145;p18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8455275" y="678625"/>
              <a:ext cx="402975" cy="402950"/>
            </a:xfrm>
            <a:prstGeom prst="rect">
              <a:avLst/>
            </a:prstGeom>
            <a:noFill/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231606491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6">
  <p:cSld name="Title only 6"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19"/>
          <p:cNvSpPr/>
          <p:nvPr/>
        </p:nvSpPr>
        <p:spPr>
          <a:xfrm>
            <a:off x="-79533" y="-70700"/>
            <a:ext cx="12372800" cy="7008400"/>
          </a:xfrm>
          <a:prstGeom prst="rect">
            <a:avLst/>
          </a:prstGeom>
          <a:gradFill>
            <a:gsLst>
              <a:gs pos="0">
                <a:srgbClr val="7920B8"/>
              </a:gs>
              <a:gs pos="100000">
                <a:srgbClr val="2F1045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latin typeface="Hind"/>
              <a:ea typeface="Hind"/>
              <a:cs typeface="Hind"/>
              <a:sym typeface="Hind"/>
            </a:endParaRPr>
          </a:p>
        </p:txBody>
      </p:sp>
      <p:sp>
        <p:nvSpPr>
          <p:cNvPr id="148" name="Google Shape;148;p19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pic>
        <p:nvPicPr>
          <p:cNvPr id="149" name="Google Shape;149;p1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0678101" y="279609"/>
            <a:ext cx="1210367" cy="1210384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50" name="Google Shape;150;p19"/>
          <p:cNvGrpSpPr/>
          <p:nvPr/>
        </p:nvGrpSpPr>
        <p:grpSpPr>
          <a:xfrm>
            <a:off x="10378867" y="354537"/>
            <a:ext cx="1639133" cy="1316196"/>
            <a:chOff x="7784150" y="265902"/>
            <a:chExt cx="1229350" cy="987147"/>
          </a:xfrm>
        </p:grpSpPr>
        <p:pic>
          <p:nvPicPr>
            <p:cNvPr id="151" name="Google Shape;151;p19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8493900" y="733486"/>
              <a:ext cx="519600" cy="51956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2" name="Google Shape;152;p19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7784150" y="265902"/>
              <a:ext cx="156475" cy="156722"/>
            </a:xfrm>
            <a:prstGeom prst="rect">
              <a:avLst/>
            </a:prstGeom>
            <a:noFill/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385714995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7">
  <p:cSld name="Title only 7"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0"/>
          <p:cNvSpPr/>
          <p:nvPr/>
        </p:nvSpPr>
        <p:spPr>
          <a:xfrm>
            <a:off x="-79533" y="-70700"/>
            <a:ext cx="12372800" cy="7008400"/>
          </a:xfrm>
          <a:prstGeom prst="rect">
            <a:avLst/>
          </a:prstGeom>
          <a:gradFill>
            <a:gsLst>
              <a:gs pos="0">
                <a:srgbClr val="7920B8"/>
              </a:gs>
              <a:gs pos="100000">
                <a:srgbClr val="2F1045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latin typeface="Hind"/>
              <a:ea typeface="Hind"/>
              <a:cs typeface="Hind"/>
              <a:sym typeface="Hind"/>
            </a:endParaRPr>
          </a:p>
        </p:txBody>
      </p:sp>
      <p:sp>
        <p:nvSpPr>
          <p:cNvPr id="155" name="Google Shape;155;p20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grpSp>
        <p:nvGrpSpPr>
          <p:cNvPr id="156" name="Google Shape;156;p20"/>
          <p:cNvGrpSpPr/>
          <p:nvPr/>
        </p:nvGrpSpPr>
        <p:grpSpPr>
          <a:xfrm>
            <a:off x="4288634" y="515409"/>
            <a:ext cx="7289879" cy="7583260"/>
            <a:chOff x="3216475" y="386556"/>
            <a:chExt cx="5467409" cy="5687445"/>
          </a:xfrm>
        </p:grpSpPr>
        <p:pic>
          <p:nvPicPr>
            <p:cNvPr id="157" name="Google Shape;157;p20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7945310" y="386556"/>
              <a:ext cx="738575" cy="73858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8" name="Google Shape;158;p20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3216475" y="4648200"/>
              <a:ext cx="1425801" cy="1425801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59" name="Google Shape;159;p20"/>
          <p:cNvGrpSpPr/>
          <p:nvPr/>
        </p:nvGrpSpPr>
        <p:grpSpPr>
          <a:xfrm>
            <a:off x="3996133" y="254004"/>
            <a:ext cx="7843800" cy="6293595"/>
            <a:chOff x="2997100" y="190503"/>
            <a:chExt cx="5882850" cy="4720196"/>
          </a:xfrm>
        </p:grpSpPr>
        <p:pic>
          <p:nvPicPr>
            <p:cNvPr id="160" name="Google Shape;160;p20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7749250" y="190503"/>
              <a:ext cx="1130700" cy="11307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61" name="Google Shape;161;p20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2997100" y="4753977"/>
              <a:ext cx="156475" cy="156722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62" name="Google Shape;162;p20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8674000" y="1382127"/>
              <a:ext cx="156475" cy="156722"/>
            </a:xfrm>
            <a:prstGeom prst="rect">
              <a:avLst/>
            </a:prstGeom>
            <a:noFill/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278883042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Title and text"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21"/>
          <p:cNvSpPr/>
          <p:nvPr/>
        </p:nvSpPr>
        <p:spPr>
          <a:xfrm>
            <a:off x="-79533" y="-70700"/>
            <a:ext cx="12372800" cy="7008400"/>
          </a:xfrm>
          <a:prstGeom prst="rect">
            <a:avLst/>
          </a:prstGeom>
          <a:gradFill>
            <a:gsLst>
              <a:gs pos="0">
                <a:srgbClr val="7920B8"/>
              </a:gs>
              <a:gs pos="100000">
                <a:srgbClr val="2F1045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latin typeface="Hind"/>
              <a:ea typeface="Hind"/>
              <a:cs typeface="Hind"/>
              <a:sym typeface="Hind"/>
            </a:endParaRPr>
          </a:p>
        </p:txBody>
      </p:sp>
      <p:sp>
        <p:nvSpPr>
          <p:cNvPr id="165" name="Google Shape;165;p21"/>
          <p:cNvSpPr txBox="1">
            <a:spLocks noGrp="1"/>
          </p:cNvSpPr>
          <p:nvPr>
            <p:ph type="subTitle" idx="1"/>
          </p:nvPr>
        </p:nvSpPr>
        <p:spPr>
          <a:xfrm>
            <a:off x="5218933" y="2993251"/>
            <a:ext cx="6019600" cy="222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AutoNum type="arabicPeriod"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AutoNum type="alphaLcPeriod"/>
              <a:defRPr sz="2133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AutoNum type="romanLcPeriod"/>
              <a:defRPr sz="2133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AutoNum type="arabicPeriod"/>
              <a:defRPr sz="2133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AutoNum type="alphaLcPeriod"/>
              <a:defRPr sz="2133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AutoNum type="romanLcPeriod"/>
              <a:defRPr sz="2133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AutoNum type="arabicPeriod"/>
              <a:defRPr sz="2133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AutoNum type="alphaLcPeriod"/>
              <a:defRPr sz="2133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AutoNum type="romanLcPeriod"/>
              <a:defRPr sz="2133"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66" name="Google Shape;166;p21"/>
          <p:cNvSpPr txBox="1">
            <a:spLocks noGrp="1"/>
          </p:cNvSpPr>
          <p:nvPr>
            <p:ph type="title"/>
          </p:nvPr>
        </p:nvSpPr>
        <p:spPr>
          <a:xfrm>
            <a:off x="5218933" y="1637117"/>
            <a:ext cx="6019600" cy="139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167" name="Google Shape;167;p21"/>
          <p:cNvSpPr>
            <a:spLocks noGrp="1"/>
          </p:cNvSpPr>
          <p:nvPr>
            <p:ph type="pic" idx="2"/>
          </p:nvPr>
        </p:nvSpPr>
        <p:spPr>
          <a:xfrm>
            <a:off x="2282784" y="1441467"/>
            <a:ext cx="2256800" cy="3956000"/>
          </a:xfrm>
          <a:prstGeom prst="rect">
            <a:avLst/>
          </a:prstGeom>
          <a:noFill/>
          <a:ln>
            <a:noFill/>
          </a:ln>
        </p:spPr>
      </p:sp>
      <p:pic>
        <p:nvPicPr>
          <p:cNvPr id="168" name="Google Shape;168;p21"/>
          <p:cNvPicPr preferRelativeResize="0"/>
          <p:nvPr/>
        </p:nvPicPr>
        <p:blipFill>
          <a:blip r:embed="rId2">
            <a:alphaModFix amt="44000"/>
          </a:blip>
          <a:stretch>
            <a:fillRect/>
          </a:stretch>
        </p:blipFill>
        <p:spPr>
          <a:xfrm>
            <a:off x="5218933" y="5734333"/>
            <a:ext cx="1654700" cy="16547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69" name="Google Shape;169;p21"/>
          <p:cNvGrpSpPr/>
          <p:nvPr/>
        </p:nvGrpSpPr>
        <p:grpSpPr>
          <a:xfrm>
            <a:off x="-377833" y="-398936"/>
            <a:ext cx="12150733" cy="7291973"/>
            <a:chOff x="-283375" y="-299202"/>
            <a:chExt cx="9113050" cy="5468980"/>
          </a:xfrm>
        </p:grpSpPr>
        <p:pic>
          <p:nvPicPr>
            <p:cNvPr id="170" name="Google Shape;170;p21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-283375" y="3529307"/>
              <a:ext cx="770100" cy="77143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1" name="Google Shape;171;p21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 rot="5400000">
              <a:off x="4286191" y="4672736"/>
              <a:ext cx="497038" cy="49704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2" name="Google Shape;172;p21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 rot="-5400000">
              <a:off x="7588650" y="-299202"/>
              <a:ext cx="1241025" cy="1241025"/>
            </a:xfrm>
            <a:prstGeom prst="rect">
              <a:avLst/>
            </a:prstGeom>
            <a:noFill/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184587119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Title and text 1"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22"/>
          <p:cNvSpPr/>
          <p:nvPr/>
        </p:nvSpPr>
        <p:spPr>
          <a:xfrm>
            <a:off x="-79533" y="-70700"/>
            <a:ext cx="12372800" cy="7008400"/>
          </a:xfrm>
          <a:prstGeom prst="rect">
            <a:avLst/>
          </a:prstGeom>
          <a:gradFill>
            <a:gsLst>
              <a:gs pos="0">
                <a:srgbClr val="7920B8"/>
              </a:gs>
              <a:gs pos="100000">
                <a:srgbClr val="2F1045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latin typeface="Hind"/>
              <a:ea typeface="Hind"/>
              <a:cs typeface="Hind"/>
              <a:sym typeface="Hind"/>
            </a:endParaRPr>
          </a:p>
        </p:txBody>
      </p:sp>
      <p:sp>
        <p:nvSpPr>
          <p:cNvPr id="175" name="Google Shape;175;p22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176" name="Google Shape;176;p22"/>
          <p:cNvSpPr txBox="1">
            <a:spLocks noGrp="1"/>
          </p:cNvSpPr>
          <p:nvPr>
            <p:ph type="body" idx="1"/>
          </p:nvPr>
        </p:nvSpPr>
        <p:spPr>
          <a:xfrm>
            <a:off x="960000" y="1536633"/>
            <a:ext cx="102720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2332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67"/>
            </a:lvl1pPr>
            <a:lvl2pPr marL="812780" lvl="1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marL="1828754" lvl="2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2438339" lvl="3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3047924" lvl="4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3657509" lvl="5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4267093" lvl="6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4876678" lvl="7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5486263" lvl="8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177" name="Google Shape;177;p2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963733" y="4388268"/>
            <a:ext cx="4634665" cy="463466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8" name="Google Shape;178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780612" y="3662117"/>
            <a:ext cx="2096545" cy="209654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86446853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Title and three columns"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23"/>
          <p:cNvSpPr/>
          <p:nvPr/>
        </p:nvSpPr>
        <p:spPr>
          <a:xfrm>
            <a:off x="-79533" y="-70700"/>
            <a:ext cx="12372800" cy="7008400"/>
          </a:xfrm>
          <a:prstGeom prst="rect">
            <a:avLst/>
          </a:prstGeom>
          <a:gradFill>
            <a:gsLst>
              <a:gs pos="0">
                <a:srgbClr val="7920B8"/>
              </a:gs>
              <a:gs pos="100000">
                <a:srgbClr val="2F1045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latin typeface="Hind"/>
              <a:ea typeface="Hind"/>
              <a:cs typeface="Hind"/>
              <a:sym typeface="Hind"/>
            </a:endParaRPr>
          </a:p>
        </p:txBody>
      </p:sp>
      <p:grpSp>
        <p:nvGrpSpPr>
          <p:cNvPr id="181" name="Google Shape;181;p23"/>
          <p:cNvGrpSpPr/>
          <p:nvPr/>
        </p:nvGrpSpPr>
        <p:grpSpPr>
          <a:xfrm>
            <a:off x="2356271" y="956906"/>
            <a:ext cx="9803431" cy="6967895"/>
            <a:chOff x="1767203" y="717679"/>
            <a:chExt cx="7352573" cy="5225921"/>
          </a:xfrm>
        </p:grpSpPr>
        <p:pic>
          <p:nvPicPr>
            <p:cNvPr id="182" name="Google Shape;182;p23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1767203" y="4000500"/>
              <a:ext cx="1943098" cy="19431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3" name="Google Shape;183;p23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8092675" y="717679"/>
              <a:ext cx="1027100" cy="1027118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84" name="Google Shape;184;p23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185" name="Google Shape;185;p23"/>
          <p:cNvSpPr txBox="1">
            <a:spLocks noGrp="1"/>
          </p:cNvSpPr>
          <p:nvPr>
            <p:ph type="subTitle" idx="1"/>
          </p:nvPr>
        </p:nvSpPr>
        <p:spPr>
          <a:xfrm>
            <a:off x="1181900" y="3390900"/>
            <a:ext cx="2907200" cy="537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86" name="Google Shape;186;p23"/>
          <p:cNvSpPr txBox="1">
            <a:spLocks noGrp="1"/>
          </p:cNvSpPr>
          <p:nvPr>
            <p:ph type="subTitle" idx="2"/>
          </p:nvPr>
        </p:nvSpPr>
        <p:spPr>
          <a:xfrm>
            <a:off x="1181900" y="3771900"/>
            <a:ext cx="2907200" cy="11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87" name="Google Shape;187;p23"/>
          <p:cNvSpPr txBox="1">
            <a:spLocks noGrp="1"/>
          </p:cNvSpPr>
          <p:nvPr>
            <p:ph type="subTitle" idx="3"/>
          </p:nvPr>
        </p:nvSpPr>
        <p:spPr>
          <a:xfrm>
            <a:off x="4642384" y="3771900"/>
            <a:ext cx="2907200" cy="11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88" name="Google Shape;188;p23"/>
          <p:cNvSpPr txBox="1">
            <a:spLocks noGrp="1"/>
          </p:cNvSpPr>
          <p:nvPr>
            <p:ph type="subTitle" idx="4"/>
          </p:nvPr>
        </p:nvSpPr>
        <p:spPr>
          <a:xfrm>
            <a:off x="8102900" y="3771900"/>
            <a:ext cx="2907200" cy="11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89" name="Google Shape;189;p23"/>
          <p:cNvSpPr txBox="1">
            <a:spLocks noGrp="1"/>
          </p:cNvSpPr>
          <p:nvPr>
            <p:ph type="subTitle" idx="5"/>
          </p:nvPr>
        </p:nvSpPr>
        <p:spPr>
          <a:xfrm>
            <a:off x="4642384" y="3390900"/>
            <a:ext cx="2907200" cy="537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90" name="Google Shape;190;p23"/>
          <p:cNvSpPr txBox="1">
            <a:spLocks noGrp="1"/>
          </p:cNvSpPr>
          <p:nvPr>
            <p:ph type="subTitle" idx="6"/>
          </p:nvPr>
        </p:nvSpPr>
        <p:spPr>
          <a:xfrm>
            <a:off x="8102900" y="3390900"/>
            <a:ext cx="2907200" cy="537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grpSp>
        <p:nvGrpSpPr>
          <p:cNvPr id="191" name="Google Shape;191;p23"/>
          <p:cNvGrpSpPr/>
          <p:nvPr/>
        </p:nvGrpSpPr>
        <p:grpSpPr>
          <a:xfrm>
            <a:off x="3061023" y="593384"/>
            <a:ext cx="9462223" cy="6626617"/>
            <a:chOff x="2295767" y="445037"/>
            <a:chExt cx="7096667" cy="4969963"/>
          </a:xfrm>
        </p:grpSpPr>
        <p:pic>
          <p:nvPicPr>
            <p:cNvPr id="192" name="Google Shape;192;p23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2295767" y="4529100"/>
              <a:ext cx="885943" cy="8859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93" name="Google Shape;193;p23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7820025" y="445037"/>
              <a:ext cx="1572409" cy="1572411"/>
            </a:xfrm>
            <a:prstGeom prst="rect">
              <a:avLst/>
            </a:prstGeom>
            <a:noFill/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248994619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Title and six columns"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5"/>
          <p:cNvSpPr/>
          <p:nvPr/>
        </p:nvSpPr>
        <p:spPr>
          <a:xfrm>
            <a:off x="-79533" y="-70700"/>
            <a:ext cx="12372800" cy="7008400"/>
          </a:xfrm>
          <a:prstGeom prst="rect">
            <a:avLst/>
          </a:prstGeom>
          <a:gradFill>
            <a:gsLst>
              <a:gs pos="0">
                <a:srgbClr val="7920B8"/>
              </a:gs>
              <a:gs pos="100000">
                <a:srgbClr val="2F1045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latin typeface="Hind"/>
              <a:ea typeface="Hind"/>
              <a:cs typeface="Hind"/>
              <a:sym typeface="Hind"/>
            </a:endParaRPr>
          </a:p>
        </p:txBody>
      </p:sp>
      <p:sp>
        <p:nvSpPr>
          <p:cNvPr id="209" name="Google Shape;209;p25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210" name="Google Shape;210;p25"/>
          <p:cNvSpPr txBox="1">
            <a:spLocks noGrp="1"/>
          </p:cNvSpPr>
          <p:nvPr>
            <p:ph type="subTitle" idx="1"/>
          </p:nvPr>
        </p:nvSpPr>
        <p:spPr>
          <a:xfrm>
            <a:off x="963433" y="2974137"/>
            <a:ext cx="3073200" cy="716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211" name="Google Shape;211;p25"/>
          <p:cNvSpPr txBox="1">
            <a:spLocks noGrp="1"/>
          </p:cNvSpPr>
          <p:nvPr>
            <p:ph type="subTitle" idx="2"/>
          </p:nvPr>
        </p:nvSpPr>
        <p:spPr>
          <a:xfrm>
            <a:off x="4563771" y="2974137"/>
            <a:ext cx="3073200" cy="716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212" name="Google Shape;212;p25"/>
          <p:cNvSpPr txBox="1">
            <a:spLocks noGrp="1"/>
          </p:cNvSpPr>
          <p:nvPr>
            <p:ph type="subTitle" idx="3"/>
          </p:nvPr>
        </p:nvSpPr>
        <p:spPr>
          <a:xfrm>
            <a:off x="8157688" y="2974137"/>
            <a:ext cx="3074400" cy="716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213" name="Google Shape;213;p25"/>
          <p:cNvSpPr txBox="1">
            <a:spLocks noGrp="1"/>
          </p:cNvSpPr>
          <p:nvPr>
            <p:ph type="subTitle" idx="4"/>
          </p:nvPr>
        </p:nvSpPr>
        <p:spPr>
          <a:xfrm>
            <a:off x="963433" y="5428267"/>
            <a:ext cx="3073200" cy="716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214" name="Google Shape;214;p25"/>
          <p:cNvSpPr txBox="1">
            <a:spLocks noGrp="1"/>
          </p:cNvSpPr>
          <p:nvPr>
            <p:ph type="subTitle" idx="5"/>
          </p:nvPr>
        </p:nvSpPr>
        <p:spPr>
          <a:xfrm>
            <a:off x="4563771" y="5428267"/>
            <a:ext cx="3073200" cy="716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215" name="Google Shape;215;p25"/>
          <p:cNvSpPr txBox="1">
            <a:spLocks noGrp="1"/>
          </p:cNvSpPr>
          <p:nvPr>
            <p:ph type="subTitle" idx="6"/>
          </p:nvPr>
        </p:nvSpPr>
        <p:spPr>
          <a:xfrm>
            <a:off x="8157688" y="5428267"/>
            <a:ext cx="3074400" cy="716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216" name="Google Shape;216;p25"/>
          <p:cNvSpPr txBox="1">
            <a:spLocks noGrp="1"/>
          </p:cNvSpPr>
          <p:nvPr>
            <p:ph type="subTitle" idx="7"/>
          </p:nvPr>
        </p:nvSpPr>
        <p:spPr>
          <a:xfrm>
            <a:off x="963433" y="2421067"/>
            <a:ext cx="3073200" cy="716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217" name="Google Shape;217;p25"/>
          <p:cNvSpPr txBox="1">
            <a:spLocks noGrp="1"/>
          </p:cNvSpPr>
          <p:nvPr>
            <p:ph type="subTitle" idx="8"/>
          </p:nvPr>
        </p:nvSpPr>
        <p:spPr>
          <a:xfrm>
            <a:off x="4563780" y="2421067"/>
            <a:ext cx="3073200" cy="716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218" name="Google Shape;218;p25"/>
          <p:cNvSpPr txBox="1">
            <a:spLocks noGrp="1"/>
          </p:cNvSpPr>
          <p:nvPr>
            <p:ph type="subTitle" idx="9"/>
          </p:nvPr>
        </p:nvSpPr>
        <p:spPr>
          <a:xfrm>
            <a:off x="8164131" y="2421067"/>
            <a:ext cx="3074400" cy="716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219" name="Google Shape;219;p25"/>
          <p:cNvSpPr txBox="1">
            <a:spLocks noGrp="1"/>
          </p:cNvSpPr>
          <p:nvPr>
            <p:ph type="subTitle" idx="13"/>
          </p:nvPr>
        </p:nvSpPr>
        <p:spPr>
          <a:xfrm>
            <a:off x="963433" y="4880609"/>
            <a:ext cx="3073200" cy="716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220" name="Google Shape;220;p25"/>
          <p:cNvSpPr txBox="1">
            <a:spLocks noGrp="1"/>
          </p:cNvSpPr>
          <p:nvPr>
            <p:ph type="subTitle" idx="14"/>
          </p:nvPr>
        </p:nvSpPr>
        <p:spPr>
          <a:xfrm>
            <a:off x="4563780" y="4880608"/>
            <a:ext cx="3073200" cy="716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221" name="Google Shape;221;p25"/>
          <p:cNvSpPr txBox="1">
            <a:spLocks noGrp="1"/>
          </p:cNvSpPr>
          <p:nvPr>
            <p:ph type="subTitle" idx="15"/>
          </p:nvPr>
        </p:nvSpPr>
        <p:spPr>
          <a:xfrm>
            <a:off x="8160871" y="4880609"/>
            <a:ext cx="3073200" cy="716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pic>
        <p:nvPicPr>
          <p:cNvPr id="222" name="Google Shape;222;p2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0678101" y="279609"/>
            <a:ext cx="1210367" cy="1210384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23" name="Google Shape;223;p25"/>
          <p:cNvGrpSpPr/>
          <p:nvPr/>
        </p:nvGrpSpPr>
        <p:grpSpPr>
          <a:xfrm>
            <a:off x="11178968" y="977982"/>
            <a:ext cx="839033" cy="1015517"/>
            <a:chOff x="8384225" y="733486"/>
            <a:chExt cx="629275" cy="761638"/>
          </a:xfrm>
        </p:grpSpPr>
        <p:pic>
          <p:nvPicPr>
            <p:cNvPr id="224" name="Google Shape;224;p25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8493900" y="733486"/>
              <a:ext cx="519600" cy="51956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25" name="Google Shape;225;p25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8384225" y="1338402"/>
              <a:ext cx="156475" cy="156722"/>
            </a:xfrm>
            <a:prstGeom prst="rect">
              <a:avLst/>
            </a:prstGeom>
            <a:noFill/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174343229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Thanks"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27"/>
          <p:cNvSpPr/>
          <p:nvPr/>
        </p:nvSpPr>
        <p:spPr>
          <a:xfrm>
            <a:off x="-79533" y="-70700"/>
            <a:ext cx="12372800" cy="7008400"/>
          </a:xfrm>
          <a:prstGeom prst="rect">
            <a:avLst/>
          </a:prstGeom>
          <a:gradFill>
            <a:gsLst>
              <a:gs pos="0">
                <a:srgbClr val="7920B8"/>
              </a:gs>
              <a:gs pos="100000">
                <a:srgbClr val="2F1045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latin typeface="Hind"/>
              <a:ea typeface="Hind"/>
              <a:cs typeface="Hind"/>
              <a:sym typeface="Hind"/>
            </a:endParaRPr>
          </a:p>
        </p:txBody>
      </p:sp>
      <p:sp>
        <p:nvSpPr>
          <p:cNvPr id="242" name="Google Shape;242;p27"/>
          <p:cNvSpPr txBox="1">
            <a:spLocks noGrp="1"/>
          </p:cNvSpPr>
          <p:nvPr>
            <p:ph type="ctrTitle"/>
          </p:nvPr>
        </p:nvSpPr>
        <p:spPr>
          <a:xfrm>
            <a:off x="7289800" y="1007117"/>
            <a:ext cx="3948800" cy="140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5200"/>
              <a:buNone/>
              <a:defRPr sz="8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243" name="Google Shape;243;p27"/>
          <p:cNvSpPr txBox="1">
            <a:spLocks noGrp="1"/>
          </p:cNvSpPr>
          <p:nvPr>
            <p:ph type="subTitle" idx="1"/>
          </p:nvPr>
        </p:nvSpPr>
        <p:spPr>
          <a:xfrm>
            <a:off x="7289900" y="2355932"/>
            <a:ext cx="3948800" cy="133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pic>
        <p:nvPicPr>
          <p:cNvPr id="244" name="Google Shape;244;p27"/>
          <p:cNvPicPr preferRelativeResize="0"/>
          <p:nvPr/>
        </p:nvPicPr>
        <p:blipFill>
          <a:blip r:embed="rId2">
            <a:alphaModFix amt="44000"/>
          </a:blip>
          <a:stretch>
            <a:fillRect/>
          </a:stretch>
        </p:blipFill>
        <p:spPr>
          <a:xfrm rot="10800000" flipH="1">
            <a:off x="-2282665" y="3612326"/>
            <a:ext cx="3118233" cy="311831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45" name="Google Shape;245;p27"/>
          <p:cNvGrpSpPr/>
          <p:nvPr/>
        </p:nvGrpSpPr>
        <p:grpSpPr>
          <a:xfrm>
            <a:off x="763071" y="7"/>
            <a:ext cx="1561035" cy="1561067"/>
            <a:chOff x="572303" y="5"/>
            <a:chExt cx="1170776" cy="1170800"/>
          </a:xfrm>
        </p:grpSpPr>
        <p:pic>
          <p:nvPicPr>
            <p:cNvPr id="246" name="Google Shape;246;p27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 rot="10800000" flipH="1">
              <a:off x="911612" y="338937"/>
              <a:ext cx="492152" cy="4929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47" name="Google Shape;247;p27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 rot="10800000" flipH="1">
              <a:off x="572303" y="5"/>
              <a:ext cx="1170776" cy="1170800"/>
            </a:xfrm>
            <a:prstGeom prst="rect">
              <a:avLst/>
            </a:prstGeom>
            <a:noFill/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8512069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Background"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28"/>
          <p:cNvSpPr/>
          <p:nvPr/>
        </p:nvSpPr>
        <p:spPr>
          <a:xfrm>
            <a:off x="-79533" y="-70700"/>
            <a:ext cx="12372800" cy="7008400"/>
          </a:xfrm>
          <a:prstGeom prst="rect">
            <a:avLst/>
          </a:prstGeom>
          <a:gradFill>
            <a:gsLst>
              <a:gs pos="0">
                <a:srgbClr val="7920B8"/>
              </a:gs>
              <a:gs pos="100000">
                <a:srgbClr val="2F1045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latin typeface="Hind"/>
              <a:ea typeface="Hind"/>
              <a:cs typeface="Hind"/>
              <a:sym typeface="Hind"/>
            </a:endParaRPr>
          </a:p>
        </p:txBody>
      </p:sp>
      <p:grpSp>
        <p:nvGrpSpPr>
          <p:cNvPr id="251" name="Google Shape;251;p28"/>
          <p:cNvGrpSpPr/>
          <p:nvPr/>
        </p:nvGrpSpPr>
        <p:grpSpPr>
          <a:xfrm>
            <a:off x="4288634" y="515409"/>
            <a:ext cx="7289879" cy="7583260"/>
            <a:chOff x="3216475" y="386556"/>
            <a:chExt cx="5467409" cy="5687445"/>
          </a:xfrm>
        </p:grpSpPr>
        <p:pic>
          <p:nvPicPr>
            <p:cNvPr id="252" name="Google Shape;252;p28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7945310" y="386556"/>
              <a:ext cx="738575" cy="73858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53" name="Google Shape;253;p28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3216475" y="4648200"/>
              <a:ext cx="1425801" cy="1425801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54" name="Google Shape;254;p28"/>
          <p:cNvGrpSpPr/>
          <p:nvPr/>
        </p:nvGrpSpPr>
        <p:grpSpPr>
          <a:xfrm>
            <a:off x="3996133" y="254004"/>
            <a:ext cx="7843800" cy="6293595"/>
            <a:chOff x="2997100" y="190503"/>
            <a:chExt cx="5882850" cy="4720196"/>
          </a:xfrm>
        </p:grpSpPr>
        <p:pic>
          <p:nvPicPr>
            <p:cNvPr id="255" name="Google Shape;255;p28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7749250" y="190503"/>
              <a:ext cx="1130700" cy="11307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56" name="Google Shape;256;p28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2997100" y="4753977"/>
              <a:ext cx="156475" cy="156722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57" name="Google Shape;257;p28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8674000" y="1382127"/>
              <a:ext cx="156475" cy="156722"/>
            </a:xfrm>
            <a:prstGeom prst="rect">
              <a:avLst/>
            </a:prstGeom>
            <a:noFill/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166349998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Background 1"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29"/>
          <p:cNvSpPr/>
          <p:nvPr/>
        </p:nvSpPr>
        <p:spPr>
          <a:xfrm>
            <a:off x="-79533" y="-70700"/>
            <a:ext cx="12372800" cy="7008400"/>
          </a:xfrm>
          <a:prstGeom prst="rect">
            <a:avLst/>
          </a:prstGeom>
          <a:gradFill>
            <a:gsLst>
              <a:gs pos="0">
                <a:srgbClr val="7920B8"/>
              </a:gs>
              <a:gs pos="100000">
                <a:srgbClr val="2F1045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latin typeface="Hind"/>
              <a:ea typeface="Hind"/>
              <a:cs typeface="Hind"/>
              <a:sym typeface="Hind"/>
            </a:endParaRPr>
          </a:p>
        </p:txBody>
      </p:sp>
      <p:grpSp>
        <p:nvGrpSpPr>
          <p:cNvPr id="260" name="Google Shape;260;p29"/>
          <p:cNvGrpSpPr/>
          <p:nvPr/>
        </p:nvGrpSpPr>
        <p:grpSpPr>
          <a:xfrm>
            <a:off x="2702536" y="2581743"/>
            <a:ext cx="8874367" cy="4963803"/>
            <a:chOff x="2026902" y="1936307"/>
            <a:chExt cx="6655775" cy="3722852"/>
          </a:xfrm>
        </p:grpSpPr>
        <p:pic>
          <p:nvPicPr>
            <p:cNvPr id="261" name="Google Shape;261;p29"/>
            <p:cNvPicPr preferRelativeResize="0"/>
            <p:nvPr/>
          </p:nvPicPr>
          <p:blipFill>
            <a:blip r:embed="rId2">
              <a:alphaModFix amt="44000"/>
            </a:blip>
            <a:stretch>
              <a:fillRect/>
            </a:stretch>
          </p:blipFill>
          <p:spPr>
            <a:xfrm>
              <a:off x="7774902" y="1936307"/>
              <a:ext cx="907775" cy="9077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62" name="Google Shape;262;p29"/>
            <p:cNvPicPr preferRelativeResize="0"/>
            <p:nvPr/>
          </p:nvPicPr>
          <p:blipFill>
            <a:blip r:embed="rId2">
              <a:alphaModFix amt="44000"/>
            </a:blip>
            <a:stretch>
              <a:fillRect/>
            </a:stretch>
          </p:blipFill>
          <p:spPr>
            <a:xfrm>
              <a:off x="2026902" y="4751370"/>
              <a:ext cx="907775" cy="90779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63" name="Google Shape;263;p29"/>
          <p:cNvGrpSpPr/>
          <p:nvPr/>
        </p:nvGrpSpPr>
        <p:grpSpPr>
          <a:xfrm>
            <a:off x="3912902" y="2428951"/>
            <a:ext cx="8059169" cy="4339100"/>
            <a:chOff x="2934676" y="1821713"/>
            <a:chExt cx="6044377" cy="3254325"/>
          </a:xfrm>
        </p:grpSpPr>
        <p:pic>
          <p:nvPicPr>
            <p:cNvPr id="264" name="Google Shape;264;p29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8407346" y="1821713"/>
              <a:ext cx="571707" cy="5727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65" name="Google Shape;265;p29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 rot="5400000">
              <a:off x="2934676" y="4712462"/>
              <a:ext cx="363575" cy="363575"/>
            </a:xfrm>
            <a:prstGeom prst="rect">
              <a:avLst/>
            </a:prstGeom>
            <a:noFill/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337902127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slide" type="blank" preserve="1">
  <p:cSld name="Blank slide"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4384885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preserve="1">
  <p:cSld name="Title only"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2"/>
          <p:cNvSpPr txBox="1">
            <a:spLocks noGrp="1"/>
          </p:cNvSpPr>
          <p:nvPr>
            <p:ph type="title"/>
          </p:nvPr>
        </p:nvSpPr>
        <p:spPr>
          <a:xfrm>
            <a:off x="964600" y="681367"/>
            <a:ext cx="10262800" cy="64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5008405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theme" Target="../theme/theme2.xml"/><Relationship Id="rId2" Type="http://schemas.openxmlformats.org/officeDocument/2006/relationships/slideLayout" Target="../slideLayouts/slideLayout25.xml"/><Relationship Id="rId1" Type="http://schemas.openxmlformats.org/officeDocument/2006/relationships/slideLayout" Target="../slideLayouts/slideLayout2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953467" y="593367"/>
            <a:ext cx="102852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953467" y="1536633"/>
            <a:ext cx="102852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ind"/>
              <a:buChar char="●"/>
              <a:defRPr sz="12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1pPr>
            <a:lvl2pPr marL="914400" lvl="1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ind"/>
              <a:buChar char="○"/>
              <a:defRPr sz="12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lvl="2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ind"/>
              <a:buChar char="■"/>
              <a:defRPr sz="12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lvl="3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ind"/>
              <a:buChar char="●"/>
              <a:defRPr sz="12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lvl="4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ind"/>
              <a:buChar char="○"/>
              <a:defRPr sz="12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lvl="5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ind"/>
              <a:buChar char="■"/>
              <a:defRPr sz="12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lvl="6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ind"/>
              <a:buChar char="●"/>
              <a:defRPr sz="12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lvl="7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ind"/>
              <a:buChar char="○"/>
              <a:defRPr sz="12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lvl="8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ind"/>
              <a:buChar char="■"/>
              <a:defRPr sz="12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86765947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6" r:id="rId5"/>
    <p:sldLayoutId id="2147483667" r:id="rId6"/>
    <p:sldLayoutId id="2147483668" r:id="rId7"/>
    <p:sldLayoutId id="2147483670" r:id="rId8"/>
    <p:sldLayoutId id="2147483672" r:id="rId9"/>
    <p:sldLayoutId id="2147483673" r:id="rId10"/>
    <p:sldLayoutId id="2147483674" r:id="rId11"/>
    <p:sldLayoutId id="2147483675" r:id="rId12"/>
    <p:sldLayoutId id="2147483676" r:id="rId13"/>
    <p:sldLayoutId id="2147483677" r:id="rId14"/>
    <p:sldLayoutId id="2147483678" r:id="rId15"/>
    <p:sldLayoutId id="2147483679" r:id="rId16"/>
    <p:sldLayoutId id="2147483680" r:id="rId17"/>
    <p:sldLayoutId id="2147483681" r:id="rId18"/>
    <p:sldLayoutId id="2147483682" r:id="rId19"/>
    <p:sldLayoutId id="2147483684" r:id="rId20"/>
    <p:sldLayoutId id="2147483686" r:id="rId21"/>
    <p:sldLayoutId id="2147483687" r:id="rId22"/>
    <p:sldLayoutId id="2147483688" r:id="rId23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0E2A47"/>
        </a:solidFill>
        <a:effectLst/>
      </p:bgPr>
    </p:bg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0"/>
          <p:cNvSpPr txBox="1">
            <a:spLocks noGrp="1"/>
          </p:cNvSpPr>
          <p:nvPr>
            <p:ph type="title"/>
          </p:nvPr>
        </p:nvSpPr>
        <p:spPr>
          <a:xfrm>
            <a:off x="1424133" y="1244600"/>
            <a:ext cx="9396400" cy="6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9pPr>
          </a:lstStyle>
          <a:p>
            <a:endParaRPr/>
          </a:p>
        </p:txBody>
      </p:sp>
      <p:sp>
        <p:nvSpPr>
          <p:cNvPr id="268" name="Google Shape;268;p30"/>
          <p:cNvSpPr txBox="1">
            <a:spLocks noGrp="1"/>
          </p:cNvSpPr>
          <p:nvPr>
            <p:ph type="body" idx="1"/>
          </p:nvPr>
        </p:nvSpPr>
        <p:spPr>
          <a:xfrm>
            <a:off x="1424133" y="2260600"/>
            <a:ext cx="9396400" cy="333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914400" lvl="1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1371600" lvl="2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1828800" lvl="3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2286000" lvl="4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2743200" lvl="5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3200400" lvl="6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3657600" lvl="7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4114800" lvl="8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523545035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0" r:id="rId1"/>
    <p:sldLayoutId id="2147483691" r:id="rId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hyperlink" Target="https://pluspng.com/png-180028.html" TargetMode="External"/><Relationship Id="rId13" Type="http://schemas.openxmlformats.org/officeDocument/2006/relationships/image" Target="../media/image19.png"/><Relationship Id="rId3" Type="http://schemas.openxmlformats.org/officeDocument/2006/relationships/image" Target="../media/image14.png"/><Relationship Id="rId7" Type="http://schemas.openxmlformats.org/officeDocument/2006/relationships/image" Target="../media/image16.png"/><Relationship Id="rId12" Type="http://schemas.openxmlformats.org/officeDocument/2006/relationships/hyperlink" Target="https://iconape.com/c-logo-icon-svg-png.html" TargetMode="External"/><Relationship Id="rId2" Type="http://schemas.openxmlformats.org/officeDocument/2006/relationships/hyperlink" Target="https://logos-world.net/github-logo/" TargetMode="External"/><Relationship Id="rId1" Type="http://schemas.openxmlformats.org/officeDocument/2006/relationships/slideLayout" Target="../slideLayouts/slideLayout18.xml"/><Relationship Id="rId6" Type="http://schemas.openxmlformats.org/officeDocument/2006/relationships/hyperlink" Target="https://freepnglogo.com/image/figma-logo-black-and-white" TargetMode="External"/><Relationship Id="rId11" Type="http://schemas.openxmlformats.org/officeDocument/2006/relationships/image" Target="../media/image18.png"/><Relationship Id="rId5" Type="http://schemas.openxmlformats.org/officeDocument/2006/relationships/image" Target="../media/image15.png"/><Relationship Id="rId15" Type="http://schemas.openxmlformats.org/officeDocument/2006/relationships/image" Target="../media/image20.png"/><Relationship Id="rId10" Type="http://schemas.openxmlformats.org/officeDocument/2006/relationships/hyperlink" Target="https://bitpave.com/" TargetMode="External"/><Relationship Id="rId4" Type="http://schemas.openxmlformats.org/officeDocument/2006/relationships/hyperlink" Target="https://www.vecteezy.com/png/18930718-discord-logo-png-discord-icon-transparent-png" TargetMode="External"/><Relationship Id="rId9" Type="http://schemas.openxmlformats.org/officeDocument/2006/relationships/image" Target="../media/image17.png"/><Relationship Id="rId14" Type="http://schemas.openxmlformats.org/officeDocument/2006/relationships/hyperlink" Target="https://pngimg.com/image/60304" TargetMode="Externa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hyperlink" Target="https://pluspng.com/png-180028.html" TargetMode="External"/><Relationship Id="rId1" Type="http://schemas.openxmlformats.org/officeDocument/2006/relationships/slideLayout" Target="../slideLayouts/slideLayout19.xml"/><Relationship Id="rId5" Type="http://schemas.openxmlformats.org/officeDocument/2006/relationships/image" Target="../media/image18.png"/><Relationship Id="rId4" Type="http://schemas.openxmlformats.org/officeDocument/2006/relationships/hyperlink" Target="https://bitpave.com/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19.png"/><Relationship Id="rId2" Type="http://schemas.openxmlformats.org/officeDocument/2006/relationships/hyperlink" Target="https://pluspng.com/png-180028.html" TargetMode="External"/><Relationship Id="rId1" Type="http://schemas.openxmlformats.org/officeDocument/2006/relationships/slideLayout" Target="../slideLayouts/slideLayout19.xml"/><Relationship Id="rId6" Type="http://schemas.openxmlformats.org/officeDocument/2006/relationships/hyperlink" Target="https://iconape.com/c-logo-icon-svg-png.html" TargetMode="External"/><Relationship Id="rId5" Type="http://schemas.openxmlformats.org/officeDocument/2006/relationships/image" Target="../media/image18.png"/><Relationship Id="rId4" Type="http://schemas.openxmlformats.org/officeDocument/2006/relationships/hyperlink" Target="https://bitpave.com/" TargetMode="Externa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19.png"/><Relationship Id="rId2" Type="http://schemas.openxmlformats.org/officeDocument/2006/relationships/hyperlink" Target="https://pluspng.com/png-180028.html" TargetMode="External"/><Relationship Id="rId1" Type="http://schemas.openxmlformats.org/officeDocument/2006/relationships/slideLayout" Target="../slideLayouts/slideLayout19.xml"/><Relationship Id="rId6" Type="http://schemas.openxmlformats.org/officeDocument/2006/relationships/hyperlink" Target="https://iconape.com/c-logo-icon-svg-png.html" TargetMode="External"/><Relationship Id="rId5" Type="http://schemas.openxmlformats.org/officeDocument/2006/relationships/image" Target="../media/image18.png"/><Relationship Id="rId4" Type="http://schemas.openxmlformats.org/officeDocument/2006/relationships/hyperlink" Target="https://bitpave.com/" TargetMode="Externa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9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9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7.png"/><Relationship Id="rId4" Type="http://schemas.openxmlformats.org/officeDocument/2006/relationships/image" Target="../media/image28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28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8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8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8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0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7" Type="http://schemas.openxmlformats.org/officeDocument/2006/relationships/image" Target="../media/image42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1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1.xml"/><Relationship Id="rId4" Type="http://schemas.openxmlformats.org/officeDocument/2006/relationships/image" Target="../media/image45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1.xml"/><Relationship Id="rId4" Type="http://schemas.openxmlformats.org/officeDocument/2006/relationships/image" Target="../media/image45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48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hyperlink" Target="https://slidesgo.com/theme/5g-wireless-technology-mk-plan#search-purple&amp;position-108&amp;results-2157&amp;rs=search" TargetMode="Externa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BCFEA2-8BD3-4162-A14E-5A370755EF4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54654" y="3097096"/>
            <a:ext cx="10282691" cy="1021624"/>
          </a:xfrm>
        </p:spPr>
        <p:txBody>
          <a:bodyPr/>
          <a:lstStyle/>
          <a:p>
            <a:r>
              <a:rPr lang="en-GB" sz="6600" dirty="0"/>
              <a:t>Library Management System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1A1118D-090B-4B78-A783-AB1F86640C9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6402983"/>
            <a:ext cx="8010939" cy="455017"/>
          </a:xfrm>
        </p:spPr>
        <p:txBody>
          <a:bodyPr/>
          <a:lstStyle/>
          <a:p>
            <a:pPr marL="9525" indent="-9525"/>
            <a:r>
              <a:rPr lang="en-GB" sz="2100" dirty="0">
                <a:latin typeface="Oxanium"/>
              </a:rPr>
              <a:t>Made by:  Zoltán András Tóth, Máté Vágvölgyi, Soma István Zsömbörgi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F70AED58-821E-40F9-96DD-6D5878250FD5}"/>
              </a:ext>
            </a:extLst>
          </p:cNvPr>
          <p:cNvSpPr txBox="1">
            <a:spLocks/>
          </p:cNvSpPr>
          <p:nvPr/>
        </p:nvSpPr>
        <p:spPr>
          <a:xfrm>
            <a:off x="886654" y="2134206"/>
            <a:ext cx="10282691" cy="102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Oxanium"/>
              <a:buNone/>
              <a:defRPr sz="6667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Oxanium"/>
              <a:buNone/>
              <a:defRPr sz="6933" b="1" i="0" u="none" strike="noStrike" cap="none">
                <a:solidFill>
                  <a:srgbClr val="191919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Oxanium"/>
              <a:buNone/>
              <a:defRPr sz="6933" b="1" i="0" u="none" strike="noStrike" cap="none">
                <a:solidFill>
                  <a:srgbClr val="191919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Oxanium"/>
              <a:buNone/>
              <a:defRPr sz="6933" b="1" i="0" u="none" strike="noStrike" cap="none">
                <a:solidFill>
                  <a:srgbClr val="191919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Oxanium"/>
              <a:buNone/>
              <a:defRPr sz="6933" b="1" i="0" u="none" strike="noStrike" cap="none">
                <a:solidFill>
                  <a:srgbClr val="191919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Oxanium"/>
              <a:buNone/>
              <a:defRPr sz="6933" b="1" i="0" u="none" strike="noStrike" cap="none">
                <a:solidFill>
                  <a:srgbClr val="191919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Oxanium"/>
              <a:buNone/>
              <a:defRPr sz="6933" b="1" i="0" u="none" strike="noStrike" cap="none">
                <a:solidFill>
                  <a:srgbClr val="191919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Oxanium"/>
              <a:buNone/>
              <a:defRPr sz="6933" b="1" i="0" u="none" strike="noStrike" cap="none">
                <a:solidFill>
                  <a:srgbClr val="191919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Oxanium"/>
              <a:buNone/>
              <a:defRPr sz="6933" b="1" i="0" u="none" strike="noStrike" cap="none">
                <a:solidFill>
                  <a:srgbClr val="191919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pPr algn="ctr"/>
            <a:r>
              <a:rPr lang="en-GB" sz="6600" dirty="0"/>
              <a:t>LMS</a:t>
            </a:r>
          </a:p>
        </p:txBody>
      </p:sp>
    </p:spTree>
    <p:extLst>
      <p:ext uri="{BB962C8B-B14F-4D97-AF65-F5344CB8AC3E}">
        <p14:creationId xmlns:p14="http://schemas.microsoft.com/office/powerpoint/2010/main" val="372215508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3">
            <a:extLst>
              <a:ext uri="{FF2B5EF4-FFF2-40B4-BE49-F238E27FC236}">
                <a16:creationId xmlns:a16="http://schemas.microsoft.com/office/drawing/2014/main" id="{1C8BAD0D-43DE-4316-957D-7E1B4FC0D0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31189" y="2980785"/>
            <a:ext cx="3929622" cy="896430"/>
          </a:xfrm>
        </p:spPr>
        <p:txBody>
          <a:bodyPr/>
          <a:lstStyle/>
          <a:p>
            <a:r>
              <a:rPr lang="en-GB" sz="5400" dirty="0"/>
              <a:t>The problem</a:t>
            </a:r>
          </a:p>
        </p:txBody>
      </p:sp>
      <p:sp>
        <p:nvSpPr>
          <p:cNvPr id="16" name="Title 3">
            <a:extLst>
              <a:ext uri="{FF2B5EF4-FFF2-40B4-BE49-F238E27FC236}">
                <a16:creationId xmlns:a16="http://schemas.microsoft.com/office/drawing/2014/main" id="{7C5DCB7D-F93F-4AD0-8CE4-17A8B1CA7F30}"/>
              </a:ext>
            </a:extLst>
          </p:cNvPr>
          <p:cNvSpPr txBox="1">
            <a:spLocks/>
          </p:cNvSpPr>
          <p:nvPr/>
        </p:nvSpPr>
        <p:spPr>
          <a:xfrm>
            <a:off x="12810834" y="2007704"/>
            <a:ext cx="3065348" cy="580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/>
              <a:t>The solution</a:t>
            </a:r>
          </a:p>
        </p:txBody>
      </p:sp>
      <p:sp>
        <p:nvSpPr>
          <p:cNvPr id="17" name="Subtitle 2">
            <a:extLst>
              <a:ext uri="{FF2B5EF4-FFF2-40B4-BE49-F238E27FC236}">
                <a16:creationId xmlns:a16="http://schemas.microsoft.com/office/drawing/2014/main" id="{EDB4A5A8-ECFE-4865-BA36-945355C6E767}"/>
              </a:ext>
            </a:extLst>
          </p:cNvPr>
          <p:cNvSpPr txBox="1">
            <a:spLocks/>
          </p:cNvSpPr>
          <p:nvPr/>
        </p:nvSpPr>
        <p:spPr>
          <a:xfrm>
            <a:off x="12373512" y="2813865"/>
            <a:ext cx="3939993" cy="2066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We decided to create our own program to replace the obsolete software with managing books, users and all the borrowings.</a:t>
            </a:r>
          </a:p>
        </p:txBody>
      </p:sp>
    </p:spTree>
    <p:extLst>
      <p:ext uri="{BB962C8B-B14F-4D97-AF65-F5344CB8AC3E}">
        <p14:creationId xmlns:p14="http://schemas.microsoft.com/office/powerpoint/2010/main" val="41080737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3">
            <a:extLst>
              <a:ext uri="{FF2B5EF4-FFF2-40B4-BE49-F238E27FC236}">
                <a16:creationId xmlns:a16="http://schemas.microsoft.com/office/drawing/2014/main" id="{1C8BAD0D-43DE-4316-957D-7E1B4FC0D0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63325" y="2007704"/>
            <a:ext cx="3065348" cy="580553"/>
          </a:xfrm>
        </p:spPr>
        <p:txBody>
          <a:bodyPr/>
          <a:lstStyle/>
          <a:p>
            <a:r>
              <a:rPr lang="en-GB" sz="4000" dirty="0"/>
              <a:t>The problem</a:t>
            </a:r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5AD56862-9EFA-4BCF-AA67-2DDAA70FCC07}"/>
              </a:ext>
            </a:extLst>
          </p:cNvPr>
          <p:cNvSpPr txBox="1">
            <a:spLocks/>
          </p:cNvSpPr>
          <p:nvPr/>
        </p:nvSpPr>
        <p:spPr>
          <a:xfrm>
            <a:off x="4126003" y="2813865"/>
            <a:ext cx="3939993" cy="2066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We heard librarians say they are dissatisfied with the current system.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It was also inconvenient for us, students.</a:t>
            </a:r>
          </a:p>
        </p:txBody>
      </p:sp>
      <p:sp>
        <p:nvSpPr>
          <p:cNvPr id="16" name="Title 3">
            <a:extLst>
              <a:ext uri="{FF2B5EF4-FFF2-40B4-BE49-F238E27FC236}">
                <a16:creationId xmlns:a16="http://schemas.microsoft.com/office/drawing/2014/main" id="{7C5DCB7D-F93F-4AD0-8CE4-17A8B1CA7F30}"/>
              </a:ext>
            </a:extLst>
          </p:cNvPr>
          <p:cNvSpPr txBox="1">
            <a:spLocks/>
          </p:cNvSpPr>
          <p:nvPr/>
        </p:nvSpPr>
        <p:spPr>
          <a:xfrm>
            <a:off x="12810834" y="2007704"/>
            <a:ext cx="3065348" cy="580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/>
              <a:t>The solution</a:t>
            </a:r>
          </a:p>
        </p:txBody>
      </p:sp>
      <p:sp>
        <p:nvSpPr>
          <p:cNvPr id="17" name="Subtitle 2">
            <a:extLst>
              <a:ext uri="{FF2B5EF4-FFF2-40B4-BE49-F238E27FC236}">
                <a16:creationId xmlns:a16="http://schemas.microsoft.com/office/drawing/2014/main" id="{EDB4A5A8-ECFE-4865-BA36-945355C6E767}"/>
              </a:ext>
            </a:extLst>
          </p:cNvPr>
          <p:cNvSpPr txBox="1">
            <a:spLocks/>
          </p:cNvSpPr>
          <p:nvPr/>
        </p:nvSpPr>
        <p:spPr>
          <a:xfrm>
            <a:off x="12373512" y="2813865"/>
            <a:ext cx="3939993" cy="2066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We decided to create our own program to replace the obsolete software with managing books, users and all the borrowings.</a:t>
            </a:r>
          </a:p>
        </p:txBody>
      </p:sp>
    </p:spTree>
    <p:extLst>
      <p:ext uri="{BB962C8B-B14F-4D97-AF65-F5344CB8AC3E}">
        <p14:creationId xmlns:p14="http://schemas.microsoft.com/office/powerpoint/2010/main" val="8798180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3">
            <a:extLst>
              <a:ext uri="{FF2B5EF4-FFF2-40B4-BE49-F238E27FC236}">
                <a16:creationId xmlns:a16="http://schemas.microsoft.com/office/drawing/2014/main" id="{1C8BAD0D-43DE-4316-957D-7E1B4FC0D0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93669" y="2007704"/>
            <a:ext cx="3065348" cy="580553"/>
          </a:xfrm>
        </p:spPr>
        <p:txBody>
          <a:bodyPr/>
          <a:lstStyle/>
          <a:p>
            <a:r>
              <a:rPr lang="en-GB" sz="4000" dirty="0"/>
              <a:t>The problem</a:t>
            </a:r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5AD56862-9EFA-4BCF-AA67-2DDAA70FCC07}"/>
              </a:ext>
            </a:extLst>
          </p:cNvPr>
          <p:cNvSpPr txBox="1">
            <a:spLocks/>
          </p:cNvSpPr>
          <p:nvPr/>
        </p:nvSpPr>
        <p:spPr>
          <a:xfrm>
            <a:off x="1556347" y="2813865"/>
            <a:ext cx="3939993" cy="2066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We heard librarians say they are dissatisfied with the current system.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It was also inconvenient for us, students.</a:t>
            </a:r>
          </a:p>
        </p:txBody>
      </p:sp>
      <p:sp>
        <p:nvSpPr>
          <p:cNvPr id="16" name="Title 3">
            <a:extLst>
              <a:ext uri="{FF2B5EF4-FFF2-40B4-BE49-F238E27FC236}">
                <a16:creationId xmlns:a16="http://schemas.microsoft.com/office/drawing/2014/main" id="{7C5DCB7D-F93F-4AD0-8CE4-17A8B1CA7F30}"/>
              </a:ext>
            </a:extLst>
          </p:cNvPr>
          <p:cNvSpPr txBox="1">
            <a:spLocks/>
          </p:cNvSpPr>
          <p:nvPr/>
        </p:nvSpPr>
        <p:spPr>
          <a:xfrm>
            <a:off x="7115634" y="2007704"/>
            <a:ext cx="3065348" cy="580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/>
              <a:t>The solution</a:t>
            </a:r>
          </a:p>
        </p:txBody>
      </p:sp>
      <p:sp>
        <p:nvSpPr>
          <p:cNvPr id="17" name="Subtitle 2">
            <a:extLst>
              <a:ext uri="{FF2B5EF4-FFF2-40B4-BE49-F238E27FC236}">
                <a16:creationId xmlns:a16="http://schemas.microsoft.com/office/drawing/2014/main" id="{EDB4A5A8-ECFE-4865-BA36-945355C6E767}"/>
              </a:ext>
            </a:extLst>
          </p:cNvPr>
          <p:cNvSpPr txBox="1">
            <a:spLocks/>
          </p:cNvSpPr>
          <p:nvPr/>
        </p:nvSpPr>
        <p:spPr>
          <a:xfrm>
            <a:off x="6678312" y="2813865"/>
            <a:ext cx="3939993" cy="2066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We decided to create our own program to replace the obsolete software with managing books, users and all the borrowings.</a:t>
            </a:r>
          </a:p>
        </p:txBody>
      </p:sp>
    </p:spTree>
    <p:extLst>
      <p:ext uri="{BB962C8B-B14F-4D97-AF65-F5344CB8AC3E}">
        <p14:creationId xmlns:p14="http://schemas.microsoft.com/office/powerpoint/2010/main" val="40747482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B83B76-EEC6-49EB-82AB-A62075662CBE}"/>
              </a:ext>
            </a:extLst>
          </p:cNvPr>
          <p:cNvSpPr txBox="1">
            <a:spLocks/>
          </p:cNvSpPr>
          <p:nvPr/>
        </p:nvSpPr>
        <p:spPr>
          <a:xfrm>
            <a:off x="4470000" y="2902400"/>
            <a:ext cx="3252000" cy="105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5400" dirty="0">
                <a:effectLst/>
              </a:rPr>
              <a:t>Teamwork</a:t>
            </a:r>
          </a:p>
        </p:txBody>
      </p:sp>
      <p:sp>
        <p:nvSpPr>
          <p:cNvPr id="12" name="Title 3">
            <a:extLst>
              <a:ext uri="{FF2B5EF4-FFF2-40B4-BE49-F238E27FC236}">
                <a16:creationId xmlns:a16="http://schemas.microsoft.com/office/drawing/2014/main" id="{A03BDB76-9546-4F89-BAB1-05E46EA836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3737531" y="2007704"/>
            <a:ext cx="3065348" cy="580553"/>
          </a:xfrm>
        </p:spPr>
        <p:txBody>
          <a:bodyPr/>
          <a:lstStyle/>
          <a:p>
            <a:r>
              <a:rPr lang="en-GB" sz="4000" dirty="0"/>
              <a:t>The problem</a:t>
            </a:r>
          </a:p>
        </p:txBody>
      </p:sp>
      <p:sp>
        <p:nvSpPr>
          <p:cNvPr id="13" name="Subtitle 2">
            <a:extLst>
              <a:ext uri="{FF2B5EF4-FFF2-40B4-BE49-F238E27FC236}">
                <a16:creationId xmlns:a16="http://schemas.microsoft.com/office/drawing/2014/main" id="{C15121E5-930E-4296-9EA0-CDB722C2E0DA}"/>
              </a:ext>
            </a:extLst>
          </p:cNvPr>
          <p:cNvSpPr txBox="1">
            <a:spLocks/>
          </p:cNvSpPr>
          <p:nvPr/>
        </p:nvSpPr>
        <p:spPr>
          <a:xfrm>
            <a:off x="-4174853" y="2813865"/>
            <a:ext cx="3939993" cy="2066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We heard librarians say they are dissatisfied with the current system.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It was also inconvenient for us, students.</a:t>
            </a:r>
          </a:p>
        </p:txBody>
      </p:sp>
      <p:sp>
        <p:nvSpPr>
          <p:cNvPr id="14" name="Title 3">
            <a:extLst>
              <a:ext uri="{FF2B5EF4-FFF2-40B4-BE49-F238E27FC236}">
                <a16:creationId xmlns:a16="http://schemas.microsoft.com/office/drawing/2014/main" id="{C6121FB8-A400-4C70-A375-A257ECFD28C2}"/>
              </a:ext>
            </a:extLst>
          </p:cNvPr>
          <p:cNvSpPr txBox="1">
            <a:spLocks/>
          </p:cNvSpPr>
          <p:nvPr/>
        </p:nvSpPr>
        <p:spPr>
          <a:xfrm>
            <a:off x="12704447" y="2007704"/>
            <a:ext cx="3065348" cy="580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/>
              <a:t>The solution</a:t>
            </a:r>
          </a:p>
        </p:txBody>
      </p:sp>
      <p:sp>
        <p:nvSpPr>
          <p:cNvPr id="15" name="Subtitle 2">
            <a:extLst>
              <a:ext uri="{FF2B5EF4-FFF2-40B4-BE49-F238E27FC236}">
                <a16:creationId xmlns:a16="http://schemas.microsoft.com/office/drawing/2014/main" id="{CB737A99-789F-49B9-B961-892A1709C16D}"/>
              </a:ext>
            </a:extLst>
          </p:cNvPr>
          <p:cNvSpPr txBox="1">
            <a:spLocks/>
          </p:cNvSpPr>
          <p:nvPr/>
        </p:nvSpPr>
        <p:spPr>
          <a:xfrm>
            <a:off x="12267125" y="2813865"/>
            <a:ext cx="3939993" cy="2066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We decided to create our own program to replace the obsolete software with managing books, users and all the borrowings.</a:t>
            </a:r>
          </a:p>
        </p:txBody>
      </p:sp>
    </p:spTree>
    <p:extLst>
      <p:ext uri="{BB962C8B-B14F-4D97-AF65-F5344CB8AC3E}">
        <p14:creationId xmlns:p14="http://schemas.microsoft.com/office/powerpoint/2010/main" val="199834079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B83B76-EEC6-49EB-82AB-A62075662CBE}"/>
              </a:ext>
            </a:extLst>
          </p:cNvPr>
          <p:cNvSpPr txBox="1">
            <a:spLocks/>
          </p:cNvSpPr>
          <p:nvPr/>
        </p:nvSpPr>
        <p:spPr>
          <a:xfrm>
            <a:off x="637826" y="298102"/>
            <a:ext cx="262279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Teamwork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AD740177-E2ED-47F4-A372-155FF5715CBC}"/>
              </a:ext>
            </a:extLst>
          </p:cNvPr>
          <p:cNvSpPr txBox="1">
            <a:spLocks/>
          </p:cNvSpPr>
          <p:nvPr/>
        </p:nvSpPr>
        <p:spPr>
          <a:xfrm>
            <a:off x="7590095" y="1374476"/>
            <a:ext cx="1916557" cy="1737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0" indent="0"/>
            <a:r>
              <a:rPr lang="en-GB" sz="2400" dirty="0"/>
              <a:t>Applications: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GitHub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Discord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Figma</a:t>
            </a:r>
          </a:p>
        </p:txBody>
      </p:sp>
      <p:pic>
        <p:nvPicPr>
          <p:cNvPr id="1026" name="Picture 2" descr="GitHub Logo, symbol, meaning, history, PNG, brand">
            <a:hlinkClick r:id="rId2"/>
            <a:extLst>
              <a:ext uri="{FF2B5EF4-FFF2-40B4-BE49-F238E27FC236}">
                <a16:creationId xmlns:a16="http://schemas.microsoft.com/office/drawing/2014/main" id="{093EAFF5-AE2C-4552-B99C-2124CFCFCF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42383" y="3669032"/>
            <a:ext cx="1813563" cy="1020129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Discord Logo PNGs for Free Download">
            <a:hlinkClick r:id="rId4"/>
            <a:extLst>
              <a:ext uri="{FF2B5EF4-FFF2-40B4-BE49-F238E27FC236}">
                <a16:creationId xmlns:a16="http://schemas.microsoft.com/office/drawing/2014/main" id="{F971B81D-D18A-4F4B-83E3-6572C0B467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07635" y="3428998"/>
            <a:ext cx="1398033" cy="1398033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Figma Logo PNG image for Free Download">
            <a:hlinkClick r:id="rId6"/>
            <a:extLst>
              <a:ext uri="{FF2B5EF4-FFF2-40B4-BE49-F238E27FC236}">
                <a16:creationId xmlns:a16="http://schemas.microsoft.com/office/drawing/2014/main" id="{E9DDA292-18C4-455A-8EFE-9CC0FACCAA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2745" y="5166448"/>
            <a:ext cx="2066401" cy="569605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Subtitle 2">
            <a:extLst>
              <a:ext uri="{FF2B5EF4-FFF2-40B4-BE49-F238E27FC236}">
                <a16:creationId xmlns:a16="http://schemas.microsoft.com/office/drawing/2014/main" id="{F534027E-7418-4E7A-9DD4-8D1973B4EEAE}"/>
              </a:ext>
            </a:extLst>
          </p:cNvPr>
          <p:cNvSpPr txBox="1">
            <a:spLocks/>
          </p:cNvSpPr>
          <p:nvPr/>
        </p:nvSpPr>
        <p:spPr>
          <a:xfrm>
            <a:off x="806639" y="1374476"/>
            <a:ext cx="6297886" cy="19817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0" indent="0"/>
            <a:r>
              <a:rPr lang="en-GB" sz="2400" dirty="0"/>
              <a:t>Allocation of tasks: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Frontend: Zoltán Tóth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Backend: Soma Zsömbörgi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Desktop Application: Máté Vágvölgyi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Database: Soma Zsömbörgi, Máté Vágvölgyi</a:t>
            </a:r>
          </a:p>
        </p:txBody>
      </p:sp>
      <p:pic>
        <p:nvPicPr>
          <p:cNvPr id="2050" name="Picture 2" descr="Collection of React Logo PNG. | PlusPNG">
            <a:hlinkClick r:id="rId8"/>
            <a:extLst>
              <a:ext uri="{FF2B5EF4-FFF2-40B4-BE49-F238E27FC236}">
                <a16:creationId xmlns:a16="http://schemas.microsoft.com/office/drawing/2014/main" id="{32F4AC95-BFAB-4467-866A-3EA55D80D7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76290" y="3429000"/>
            <a:ext cx="2485068" cy="1398033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Bitpave | Portal">
            <a:hlinkClick r:id="rId10"/>
            <a:extLst>
              <a:ext uri="{FF2B5EF4-FFF2-40B4-BE49-F238E27FC236}">
                <a16:creationId xmlns:a16="http://schemas.microsoft.com/office/drawing/2014/main" id="{9673F0D1-C7BE-4DE2-A27B-09879DBC08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93633" y="4966321"/>
            <a:ext cx="1975196" cy="1034406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2" name="Picture 14" descr="C# Download png">
            <a:hlinkClick r:id="rId12"/>
            <a:extLst>
              <a:ext uri="{FF2B5EF4-FFF2-40B4-BE49-F238E27FC236}">
                <a16:creationId xmlns:a16="http://schemas.microsoft.com/office/drawing/2014/main" id="{07C42090-C1A5-459D-995E-2C03EB3929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33356" y="3530569"/>
            <a:ext cx="1095751" cy="1095751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2" descr="MySQL logo PNG transparent image download, size: 2800x2800px">
            <a:hlinkClick r:id="rId14"/>
            <a:extLst>
              <a:ext uri="{FF2B5EF4-FFF2-40B4-BE49-F238E27FC236}">
                <a16:creationId xmlns:a16="http://schemas.microsoft.com/office/drawing/2014/main" id="{4369A9D7-104D-4B41-A709-26DB49EDAE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65026" y="4128015"/>
            <a:ext cx="2308860" cy="230886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72556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50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0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0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0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500"/>
                            </p:stCondLst>
                            <p:childTnLst>
                              <p:par>
                                <p:cTn id="48" presetID="10" presetClass="entr" presetSubtype="0" fill="hold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0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0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B83B76-EEC6-49EB-82AB-A62075662CBE}"/>
              </a:ext>
            </a:extLst>
          </p:cNvPr>
          <p:cNvSpPr txBox="1">
            <a:spLocks/>
          </p:cNvSpPr>
          <p:nvPr/>
        </p:nvSpPr>
        <p:spPr>
          <a:xfrm>
            <a:off x="4636702" y="2955699"/>
            <a:ext cx="2918596" cy="9466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5400" dirty="0"/>
              <a:t>Base idea</a:t>
            </a:r>
          </a:p>
        </p:txBody>
      </p:sp>
    </p:spTree>
    <p:extLst>
      <p:ext uri="{BB962C8B-B14F-4D97-AF65-F5344CB8AC3E}">
        <p14:creationId xmlns:p14="http://schemas.microsoft.com/office/powerpoint/2010/main" val="330061624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B83B76-EEC6-49EB-82AB-A62075662CBE}"/>
              </a:ext>
            </a:extLst>
          </p:cNvPr>
          <p:cNvSpPr txBox="1">
            <a:spLocks/>
          </p:cNvSpPr>
          <p:nvPr/>
        </p:nvSpPr>
        <p:spPr>
          <a:xfrm>
            <a:off x="959984" y="592637"/>
            <a:ext cx="102720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Base idea</a:t>
            </a:r>
          </a:p>
        </p:txBody>
      </p:sp>
      <p:pic>
        <p:nvPicPr>
          <p:cNvPr id="2050" name="Picture 2" descr="Collection of React Logo PNG. | PlusPNG">
            <a:hlinkClick r:id="rId2"/>
            <a:extLst>
              <a:ext uri="{FF2B5EF4-FFF2-40B4-BE49-F238E27FC236}">
                <a16:creationId xmlns:a16="http://schemas.microsoft.com/office/drawing/2014/main" id="{32F4AC95-BFAB-4467-866A-3EA55D80D7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11578" y="3930729"/>
            <a:ext cx="2485068" cy="1398033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Bitpave | Portal">
            <a:hlinkClick r:id="rId4"/>
            <a:extLst>
              <a:ext uri="{FF2B5EF4-FFF2-40B4-BE49-F238E27FC236}">
                <a16:creationId xmlns:a16="http://schemas.microsoft.com/office/drawing/2014/main" id="{9673F0D1-C7BE-4DE2-A27B-09879DBC08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927586" y="4112542"/>
            <a:ext cx="1975196" cy="1034406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49F5E86A-3220-407C-A85F-9E0D9A6E61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73462" y="2374683"/>
            <a:ext cx="1561300" cy="537600"/>
          </a:xfrm>
          <a:effectLst>
            <a:glow rad="63500">
              <a:schemeClr val="accent1">
                <a:satMod val="175000"/>
                <a:alpha val="40000"/>
              </a:schemeClr>
            </a:glow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r>
              <a:rPr lang="en-GB" dirty="0"/>
              <a:t>Frontend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036D9D7C-7CF8-409A-92DE-73355EBAB6DC}"/>
              </a:ext>
            </a:extLst>
          </p:cNvPr>
          <p:cNvSpPr>
            <a:spLocks noGrp="1"/>
          </p:cNvSpPr>
          <p:nvPr>
            <p:ph type="subTitle" idx="2"/>
          </p:nvPr>
        </p:nvSpPr>
        <p:spPr>
          <a:xfrm>
            <a:off x="4700512" y="3013573"/>
            <a:ext cx="2907200" cy="1181200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GB" sz="1800" dirty="0"/>
              <a:t>Website for members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sz="1800" dirty="0"/>
              <a:t>Register to reserve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sz="1800" dirty="0"/>
              <a:t>Verify email address</a:t>
            </a:r>
          </a:p>
        </p:txBody>
      </p:sp>
      <p:sp>
        <p:nvSpPr>
          <p:cNvPr id="6" name="Subtitle 5">
            <a:extLst>
              <a:ext uri="{FF2B5EF4-FFF2-40B4-BE49-F238E27FC236}">
                <a16:creationId xmlns:a16="http://schemas.microsoft.com/office/drawing/2014/main" id="{5D81324D-A70D-4CE9-97DE-CA137D964899}"/>
              </a:ext>
            </a:extLst>
          </p:cNvPr>
          <p:cNvSpPr>
            <a:spLocks noGrp="1"/>
          </p:cNvSpPr>
          <p:nvPr>
            <p:ph type="subTitle" idx="3"/>
          </p:nvPr>
        </p:nvSpPr>
        <p:spPr>
          <a:xfrm>
            <a:off x="12367977" y="3013573"/>
            <a:ext cx="3094414" cy="1181200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GB" sz="1800" dirty="0"/>
              <a:t>Connection between Frontend and Database</a:t>
            </a:r>
          </a:p>
        </p:txBody>
      </p:sp>
      <p:sp>
        <p:nvSpPr>
          <p:cNvPr id="9" name="Subtitle 8">
            <a:extLst>
              <a:ext uri="{FF2B5EF4-FFF2-40B4-BE49-F238E27FC236}">
                <a16:creationId xmlns:a16="http://schemas.microsoft.com/office/drawing/2014/main" id="{FB5E1433-AA7C-4569-952E-5905D9E97FB3}"/>
              </a:ext>
            </a:extLst>
          </p:cNvPr>
          <p:cNvSpPr>
            <a:spLocks noGrp="1"/>
          </p:cNvSpPr>
          <p:nvPr>
            <p:ph type="subTitle" idx="5"/>
          </p:nvPr>
        </p:nvSpPr>
        <p:spPr>
          <a:xfrm>
            <a:off x="13134534" y="2366058"/>
            <a:ext cx="1561300" cy="537600"/>
          </a:xfrm>
        </p:spPr>
        <p:txBody>
          <a:bodyPr/>
          <a:lstStyle/>
          <a:p>
            <a:r>
              <a:rPr lang="en-GB" dirty="0"/>
              <a:t>Backend</a:t>
            </a:r>
          </a:p>
        </p:txBody>
      </p:sp>
    </p:spTree>
    <p:extLst>
      <p:ext uri="{BB962C8B-B14F-4D97-AF65-F5344CB8AC3E}">
        <p14:creationId xmlns:p14="http://schemas.microsoft.com/office/powerpoint/2010/main" val="290278991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B83B76-EEC6-49EB-82AB-A62075662CBE}"/>
              </a:ext>
            </a:extLst>
          </p:cNvPr>
          <p:cNvSpPr txBox="1">
            <a:spLocks/>
          </p:cNvSpPr>
          <p:nvPr/>
        </p:nvSpPr>
        <p:spPr>
          <a:xfrm>
            <a:off x="959984" y="592637"/>
            <a:ext cx="102720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Base idea</a:t>
            </a:r>
          </a:p>
        </p:txBody>
      </p:sp>
      <p:pic>
        <p:nvPicPr>
          <p:cNvPr id="2050" name="Picture 2" descr="Collection of React Logo PNG. | PlusPNG">
            <a:hlinkClick r:id="rId2"/>
            <a:extLst>
              <a:ext uri="{FF2B5EF4-FFF2-40B4-BE49-F238E27FC236}">
                <a16:creationId xmlns:a16="http://schemas.microsoft.com/office/drawing/2014/main" id="{32F4AC95-BFAB-4467-866A-3EA55D80D7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92506" y="3930729"/>
            <a:ext cx="2485068" cy="1398033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Bitpave | Portal">
            <a:hlinkClick r:id="rId4"/>
            <a:extLst>
              <a:ext uri="{FF2B5EF4-FFF2-40B4-BE49-F238E27FC236}">
                <a16:creationId xmlns:a16="http://schemas.microsoft.com/office/drawing/2014/main" id="{9673F0D1-C7BE-4DE2-A27B-09879DBC08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07926" y="4112542"/>
            <a:ext cx="1975196" cy="1034406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2" name="Picture 14" descr="C# Download png">
            <a:hlinkClick r:id="rId6"/>
            <a:extLst>
              <a:ext uri="{FF2B5EF4-FFF2-40B4-BE49-F238E27FC236}">
                <a16:creationId xmlns:a16="http://schemas.microsoft.com/office/drawing/2014/main" id="{07C42090-C1A5-459D-995E-2C03EB3929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501424" y="4397353"/>
            <a:ext cx="1095751" cy="1095751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49F5E86A-3220-407C-A85F-9E0D9A6E61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54390" y="2374683"/>
            <a:ext cx="1561300" cy="537600"/>
          </a:xfrm>
          <a:effectLst>
            <a:glow rad="63500">
              <a:schemeClr val="accent1">
                <a:satMod val="175000"/>
                <a:alpha val="40000"/>
              </a:schemeClr>
            </a:glow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r>
              <a:rPr lang="en-GB" dirty="0"/>
              <a:t>Frontend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036D9D7C-7CF8-409A-92DE-73355EBAB6DC}"/>
              </a:ext>
            </a:extLst>
          </p:cNvPr>
          <p:cNvSpPr>
            <a:spLocks noGrp="1"/>
          </p:cNvSpPr>
          <p:nvPr>
            <p:ph type="subTitle" idx="2"/>
          </p:nvPr>
        </p:nvSpPr>
        <p:spPr>
          <a:xfrm>
            <a:off x="2981440" y="3013573"/>
            <a:ext cx="2907200" cy="1181200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GB" sz="1800" dirty="0"/>
              <a:t>Website for members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sz="1800" dirty="0"/>
              <a:t>Register to reserve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sz="1800" dirty="0"/>
              <a:t>Verify email address</a:t>
            </a:r>
          </a:p>
        </p:txBody>
      </p:sp>
      <p:sp>
        <p:nvSpPr>
          <p:cNvPr id="6" name="Subtitle 5">
            <a:extLst>
              <a:ext uri="{FF2B5EF4-FFF2-40B4-BE49-F238E27FC236}">
                <a16:creationId xmlns:a16="http://schemas.microsoft.com/office/drawing/2014/main" id="{5D81324D-A70D-4CE9-97DE-CA137D964899}"/>
              </a:ext>
            </a:extLst>
          </p:cNvPr>
          <p:cNvSpPr>
            <a:spLocks noGrp="1"/>
          </p:cNvSpPr>
          <p:nvPr>
            <p:ph type="subTitle" idx="3"/>
          </p:nvPr>
        </p:nvSpPr>
        <p:spPr>
          <a:xfrm>
            <a:off x="6348317" y="3013573"/>
            <a:ext cx="3094414" cy="1181200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GB" sz="1800" dirty="0"/>
              <a:t>Connection between Frontend and Database</a:t>
            </a:r>
          </a:p>
        </p:txBody>
      </p:sp>
      <p:sp>
        <p:nvSpPr>
          <p:cNvPr id="8" name="Subtitle 7">
            <a:extLst>
              <a:ext uri="{FF2B5EF4-FFF2-40B4-BE49-F238E27FC236}">
                <a16:creationId xmlns:a16="http://schemas.microsoft.com/office/drawing/2014/main" id="{7537D88B-98F6-410C-AE89-FA328834DAD6}"/>
              </a:ext>
            </a:extLst>
          </p:cNvPr>
          <p:cNvSpPr>
            <a:spLocks noGrp="1"/>
          </p:cNvSpPr>
          <p:nvPr>
            <p:ph type="subTitle" idx="4"/>
          </p:nvPr>
        </p:nvSpPr>
        <p:spPr>
          <a:xfrm>
            <a:off x="12373816" y="3013573"/>
            <a:ext cx="3350968" cy="1181200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GB" sz="1800" dirty="0"/>
              <a:t>Software for admins and librarians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sz="1800" dirty="0"/>
              <a:t>Application for managing a physical library</a:t>
            </a:r>
          </a:p>
        </p:txBody>
      </p:sp>
      <p:sp>
        <p:nvSpPr>
          <p:cNvPr id="9" name="Subtitle 8">
            <a:extLst>
              <a:ext uri="{FF2B5EF4-FFF2-40B4-BE49-F238E27FC236}">
                <a16:creationId xmlns:a16="http://schemas.microsoft.com/office/drawing/2014/main" id="{FB5E1433-AA7C-4569-952E-5905D9E97FB3}"/>
              </a:ext>
            </a:extLst>
          </p:cNvPr>
          <p:cNvSpPr>
            <a:spLocks noGrp="1"/>
          </p:cNvSpPr>
          <p:nvPr>
            <p:ph type="subTitle" idx="5"/>
          </p:nvPr>
        </p:nvSpPr>
        <p:spPr>
          <a:xfrm>
            <a:off x="7114874" y="2366058"/>
            <a:ext cx="1561300" cy="537600"/>
          </a:xfrm>
        </p:spPr>
        <p:txBody>
          <a:bodyPr/>
          <a:lstStyle/>
          <a:p>
            <a:r>
              <a:rPr lang="en-GB" dirty="0"/>
              <a:t>Backend</a:t>
            </a:r>
          </a:p>
        </p:txBody>
      </p:sp>
      <p:sp>
        <p:nvSpPr>
          <p:cNvPr id="10" name="Subtitle 9">
            <a:extLst>
              <a:ext uri="{FF2B5EF4-FFF2-40B4-BE49-F238E27FC236}">
                <a16:creationId xmlns:a16="http://schemas.microsoft.com/office/drawing/2014/main" id="{EC6FC0DA-E229-44CD-984C-7AC0D377C4BA}"/>
              </a:ext>
            </a:extLst>
          </p:cNvPr>
          <p:cNvSpPr>
            <a:spLocks noGrp="1"/>
          </p:cNvSpPr>
          <p:nvPr>
            <p:ph type="subTitle" idx="6"/>
          </p:nvPr>
        </p:nvSpPr>
        <p:spPr>
          <a:xfrm>
            <a:off x="12963549" y="2374683"/>
            <a:ext cx="2171500" cy="537600"/>
          </a:xfrm>
          <a:effectLst>
            <a:glow rad="63500">
              <a:schemeClr val="accent1">
                <a:satMod val="175000"/>
                <a:alpha val="40000"/>
              </a:schemeClr>
            </a:glow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r>
              <a:rPr lang="en-GB" dirty="0"/>
              <a:t>LMS Desktop</a:t>
            </a:r>
          </a:p>
        </p:txBody>
      </p:sp>
    </p:spTree>
    <p:extLst>
      <p:ext uri="{BB962C8B-B14F-4D97-AF65-F5344CB8AC3E}">
        <p14:creationId xmlns:p14="http://schemas.microsoft.com/office/powerpoint/2010/main" val="304274232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B83B76-EEC6-49EB-82AB-A62075662CBE}"/>
              </a:ext>
            </a:extLst>
          </p:cNvPr>
          <p:cNvSpPr txBox="1">
            <a:spLocks/>
          </p:cNvSpPr>
          <p:nvPr/>
        </p:nvSpPr>
        <p:spPr>
          <a:xfrm>
            <a:off x="959984" y="592637"/>
            <a:ext cx="102720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Base idea</a:t>
            </a:r>
          </a:p>
        </p:txBody>
      </p:sp>
      <p:pic>
        <p:nvPicPr>
          <p:cNvPr id="2050" name="Picture 2" descr="Collection of React Logo PNG. | PlusPNG">
            <a:hlinkClick r:id="rId2"/>
            <a:extLst>
              <a:ext uri="{FF2B5EF4-FFF2-40B4-BE49-F238E27FC236}">
                <a16:creationId xmlns:a16="http://schemas.microsoft.com/office/drawing/2014/main" id="{32F4AC95-BFAB-4467-866A-3EA55D80D7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966" y="3930729"/>
            <a:ext cx="2485068" cy="1398033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Bitpave | Portal">
            <a:hlinkClick r:id="rId4"/>
            <a:extLst>
              <a:ext uri="{FF2B5EF4-FFF2-40B4-BE49-F238E27FC236}">
                <a16:creationId xmlns:a16="http://schemas.microsoft.com/office/drawing/2014/main" id="{9673F0D1-C7BE-4DE2-A27B-09879DBC08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08386" y="4112542"/>
            <a:ext cx="1975196" cy="1034406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2" name="Picture 14" descr="C# Download png">
            <a:hlinkClick r:id="rId6"/>
            <a:extLst>
              <a:ext uri="{FF2B5EF4-FFF2-40B4-BE49-F238E27FC236}">
                <a16:creationId xmlns:a16="http://schemas.microsoft.com/office/drawing/2014/main" id="{07C42090-C1A5-459D-995E-2C03EB3929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08624" y="4397353"/>
            <a:ext cx="1095751" cy="1095751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49F5E86A-3220-407C-A85F-9E0D9A6E61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54850" y="2374683"/>
            <a:ext cx="1561300" cy="537600"/>
          </a:xfrm>
          <a:effectLst>
            <a:glow rad="63500">
              <a:schemeClr val="accent1">
                <a:satMod val="175000"/>
                <a:alpha val="40000"/>
              </a:schemeClr>
            </a:glow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r>
              <a:rPr lang="en-GB" dirty="0"/>
              <a:t>Frontend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036D9D7C-7CF8-409A-92DE-73355EBAB6DC}"/>
              </a:ext>
            </a:extLst>
          </p:cNvPr>
          <p:cNvSpPr>
            <a:spLocks noGrp="1"/>
          </p:cNvSpPr>
          <p:nvPr>
            <p:ph type="subTitle" idx="2"/>
          </p:nvPr>
        </p:nvSpPr>
        <p:spPr>
          <a:xfrm>
            <a:off x="1181900" y="3013573"/>
            <a:ext cx="2907200" cy="1181200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GB" sz="1800" dirty="0"/>
              <a:t>Website for members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sz="1800" dirty="0"/>
              <a:t>Register to reserve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sz="1800" dirty="0"/>
              <a:t>Verify email address</a:t>
            </a:r>
          </a:p>
        </p:txBody>
      </p:sp>
      <p:sp>
        <p:nvSpPr>
          <p:cNvPr id="6" name="Subtitle 5">
            <a:extLst>
              <a:ext uri="{FF2B5EF4-FFF2-40B4-BE49-F238E27FC236}">
                <a16:creationId xmlns:a16="http://schemas.microsoft.com/office/drawing/2014/main" id="{5D81324D-A70D-4CE9-97DE-CA137D964899}"/>
              </a:ext>
            </a:extLst>
          </p:cNvPr>
          <p:cNvSpPr>
            <a:spLocks noGrp="1"/>
          </p:cNvSpPr>
          <p:nvPr>
            <p:ph type="subTitle" idx="3"/>
          </p:nvPr>
        </p:nvSpPr>
        <p:spPr>
          <a:xfrm>
            <a:off x="4548777" y="3013573"/>
            <a:ext cx="3094414" cy="1181200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GB" sz="1800" dirty="0"/>
              <a:t>Connection between Frontend and Database</a:t>
            </a:r>
          </a:p>
        </p:txBody>
      </p:sp>
      <p:sp>
        <p:nvSpPr>
          <p:cNvPr id="8" name="Subtitle 7">
            <a:extLst>
              <a:ext uri="{FF2B5EF4-FFF2-40B4-BE49-F238E27FC236}">
                <a16:creationId xmlns:a16="http://schemas.microsoft.com/office/drawing/2014/main" id="{7537D88B-98F6-410C-AE89-FA328834DAD6}"/>
              </a:ext>
            </a:extLst>
          </p:cNvPr>
          <p:cNvSpPr>
            <a:spLocks noGrp="1"/>
          </p:cNvSpPr>
          <p:nvPr>
            <p:ph type="subTitle" idx="4"/>
          </p:nvPr>
        </p:nvSpPr>
        <p:spPr>
          <a:xfrm>
            <a:off x="7881016" y="3013573"/>
            <a:ext cx="3350968" cy="1181200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GB" sz="1800" dirty="0"/>
              <a:t>Software for admins and librarians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sz="1800" dirty="0"/>
              <a:t>Application for managing a physical library</a:t>
            </a:r>
          </a:p>
        </p:txBody>
      </p:sp>
      <p:sp>
        <p:nvSpPr>
          <p:cNvPr id="9" name="Subtitle 8">
            <a:extLst>
              <a:ext uri="{FF2B5EF4-FFF2-40B4-BE49-F238E27FC236}">
                <a16:creationId xmlns:a16="http://schemas.microsoft.com/office/drawing/2014/main" id="{FB5E1433-AA7C-4569-952E-5905D9E97FB3}"/>
              </a:ext>
            </a:extLst>
          </p:cNvPr>
          <p:cNvSpPr>
            <a:spLocks noGrp="1"/>
          </p:cNvSpPr>
          <p:nvPr>
            <p:ph type="subTitle" idx="5"/>
          </p:nvPr>
        </p:nvSpPr>
        <p:spPr>
          <a:xfrm>
            <a:off x="5315334" y="2366058"/>
            <a:ext cx="1561300" cy="537600"/>
          </a:xfrm>
        </p:spPr>
        <p:txBody>
          <a:bodyPr/>
          <a:lstStyle/>
          <a:p>
            <a:r>
              <a:rPr lang="en-GB" dirty="0"/>
              <a:t>Backend</a:t>
            </a:r>
          </a:p>
        </p:txBody>
      </p:sp>
      <p:sp>
        <p:nvSpPr>
          <p:cNvPr id="10" name="Subtitle 9">
            <a:extLst>
              <a:ext uri="{FF2B5EF4-FFF2-40B4-BE49-F238E27FC236}">
                <a16:creationId xmlns:a16="http://schemas.microsoft.com/office/drawing/2014/main" id="{EC6FC0DA-E229-44CD-984C-7AC0D377C4BA}"/>
              </a:ext>
            </a:extLst>
          </p:cNvPr>
          <p:cNvSpPr>
            <a:spLocks noGrp="1"/>
          </p:cNvSpPr>
          <p:nvPr>
            <p:ph type="subTitle" idx="6"/>
          </p:nvPr>
        </p:nvSpPr>
        <p:spPr>
          <a:xfrm>
            <a:off x="8470749" y="2374683"/>
            <a:ext cx="2171500" cy="537600"/>
          </a:xfrm>
          <a:effectLst>
            <a:glow rad="63500">
              <a:schemeClr val="accent1">
                <a:satMod val="175000"/>
                <a:alpha val="40000"/>
              </a:schemeClr>
            </a:glow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r>
              <a:rPr lang="en-GB" dirty="0"/>
              <a:t>LMS Desktop</a:t>
            </a:r>
          </a:p>
        </p:txBody>
      </p:sp>
    </p:spTree>
    <p:extLst>
      <p:ext uri="{BB962C8B-B14F-4D97-AF65-F5344CB8AC3E}">
        <p14:creationId xmlns:p14="http://schemas.microsoft.com/office/powerpoint/2010/main" val="11615769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B83B76-EEC6-49EB-82AB-A62075662CBE}"/>
              </a:ext>
            </a:extLst>
          </p:cNvPr>
          <p:cNvSpPr txBox="1">
            <a:spLocks/>
          </p:cNvSpPr>
          <p:nvPr/>
        </p:nvSpPr>
        <p:spPr>
          <a:xfrm>
            <a:off x="4603906" y="2902400"/>
            <a:ext cx="2984189" cy="105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5400" dirty="0"/>
              <a:t>Database</a:t>
            </a:r>
            <a:endParaRPr lang="en-GB" sz="5400" dirty="0">
              <a:effectLst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D5FC882-A614-42D7-AD43-527B0950A61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638" y="7020000"/>
            <a:ext cx="10374725" cy="685800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87136891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B83B76-EEC6-49EB-82AB-A62075662CBE}"/>
              </a:ext>
            </a:extLst>
          </p:cNvPr>
          <p:cNvSpPr txBox="1">
            <a:spLocks/>
          </p:cNvSpPr>
          <p:nvPr/>
        </p:nvSpPr>
        <p:spPr>
          <a:xfrm>
            <a:off x="283200" y="186230"/>
            <a:ext cx="2180082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Database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AD740177-E2ED-47F4-A372-155FF5715CBC}"/>
              </a:ext>
            </a:extLst>
          </p:cNvPr>
          <p:cNvSpPr txBox="1">
            <a:spLocks/>
          </p:cNvSpPr>
          <p:nvPr/>
        </p:nvSpPr>
        <p:spPr>
          <a:xfrm>
            <a:off x="4126003" y="1243968"/>
            <a:ext cx="3939993" cy="21172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0" indent="0"/>
            <a:r>
              <a:rPr lang="en-GB" sz="2400" dirty="0"/>
              <a:t>Tables: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11 tables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2 bridging table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1 long term storage table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Cascade on deletion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EFCDBD05-BD20-48A8-9BCB-0B4F4587118F}"/>
              </a:ext>
            </a:extLst>
          </p:cNvPr>
          <p:cNvSpPr txBox="1">
            <a:spLocks/>
          </p:cNvSpPr>
          <p:nvPr/>
        </p:nvSpPr>
        <p:spPr>
          <a:xfrm>
            <a:off x="4126002" y="3191449"/>
            <a:ext cx="3939993" cy="21172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0" indent="0"/>
            <a:r>
              <a:rPr lang="en-GB" sz="2400" dirty="0"/>
              <a:t>Triggers: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Delete books if bridging tables are deleted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Copy and update borrowings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A10347B7-3508-42EA-9B2B-7B3AA5630813}"/>
              </a:ext>
            </a:extLst>
          </p:cNvPr>
          <p:cNvSpPr txBox="1">
            <a:spLocks/>
          </p:cNvSpPr>
          <p:nvPr/>
        </p:nvSpPr>
        <p:spPr>
          <a:xfrm>
            <a:off x="4126001" y="5122131"/>
            <a:ext cx="4011760" cy="9878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0" indent="0"/>
            <a:r>
              <a:rPr lang="en-GB" sz="2400" dirty="0"/>
              <a:t>Events: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Delete expired reservations</a:t>
            </a:r>
          </a:p>
        </p:txBody>
      </p:sp>
      <p:sp>
        <p:nvSpPr>
          <p:cNvPr id="11" name="Title 3">
            <a:extLst>
              <a:ext uri="{FF2B5EF4-FFF2-40B4-BE49-F238E27FC236}">
                <a16:creationId xmlns:a16="http://schemas.microsoft.com/office/drawing/2014/main" id="{3D6887CA-E829-4E38-812F-2B09B638D354}"/>
              </a:ext>
            </a:extLst>
          </p:cNvPr>
          <p:cNvSpPr txBox="1">
            <a:spLocks/>
          </p:cNvSpPr>
          <p:nvPr/>
        </p:nvSpPr>
        <p:spPr>
          <a:xfrm>
            <a:off x="2266213" y="186230"/>
            <a:ext cx="2081852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 - MySQL</a:t>
            </a:r>
          </a:p>
        </p:txBody>
      </p:sp>
    </p:spTree>
    <p:extLst>
      <p:ext uri="{BB962C8B-B14F-4D97-AF65-F5344CB8AC3E}">
        <p14:creationId xmlns:p14="http://schemas.microsoft.com/office/powerpoint/2010/main" val="20285856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3">
            <a:extLst>
              <a:ext uri="{FF2B5EF4-FFF2-40B4-BE49-F238E27FC236}">
                <a16:creationId xmlns:a16="http://schemas.microsoft.com/office/drawing/2014/main" id="{5F9A6822-1AA9-4E8E-8D80-093D90B41D28}"/>
              </a:ext>
            </a:extLst>
          </p:cNvPr>
          <p:cNvSpPr txBox="1">
            <a:spLocks/>
          </p:cNvSpPr>
          <p:nvPr/>
        </p:nvSpPr>
        <p:spPr>
          <a:xfrm>
            <a:off x="5021610" y="3047200"/>
            <a:ext cx="214878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Frontend</a:t>
            </a:r>
          </a:p>
        </p:txBody>
      </p:sp>
    </p:spTree>
    <p:extLst>
      <p:ext uri="{BB962C8B-B14F-4D97-AF65-F5344CB8AC3E}">
        <p14:creationId xmlns:p14="http://schemas.microsoft.com/office/powerpoint/2010/main" val="6287908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B83B76-EEC6-49EB-82AB-A62075662CBE}"/>
              </a:ext>
            </a:extLst>
          </p:cNvPr>
          <p:cNvSpPr txBox="1">
            <a:spLocks/>
          </p:cNvSpPr>
          <p:nvPr/>
        </p:nvSpPr>
        <p:spPr>
          <a:xfrm>
            <a:off x="960000" y="593367"/>
            <a:ext cx="575322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Functions of the Website -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AD740177-E2ED-47F4-A372-155FF5715CBC}"/>
              </a:ext>
            </a:extLst>
          </p:cNvPr>
          <p:cNvSpPr txBox="1">
            <a:spLocks/>
          </p:cNvSpPr>
          <p:nvPr/>
        </p:nvSpPr>
        <p:spPr>
          <a:xfrm>
            <a:off x="6412121" y="2732875"/>
            <a:ext cx="3368217" cy="2443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Login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Register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Finalize registration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Verification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Search in available books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User’s reservations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User’s borrowings</a:t>
            </a: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5F9A6822-1AA9-4E8E-8D80-093D90B41D28}"/>
              </a:ext>
            </a:extLst>
          </p:cNvPr>
          <p:cNvSpPr txBox="1">
            <a:spLocks/>
          </p:cNvSpPr>
          <p:nvPr/>
        </p:nvSpPr>
        <p:spPr>
          <a:xfrm>
            <a:off x="6606420" y="603886"/>
            <a:ext cx="213438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Frontend</a:t>
            </a:r>
          </a:p>
        </p:txBody>
      </p:sp>
      <p:pic>
        <p:nvPicPr>
          <p:cNvPr id="14" name="Kép 1">
            <a:extLst>
              <a:ext uri="{FF2B5EF4-FFF2-40B4-BE49-F238E27FC236}">
                <a16:creationId xmlns:a16="http://schemas.microsoft.com/office/drawing/2014/main" id="{83A10EF5-9E1F-47B3-B669-306CD552AE9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152501" y="1700880"/>
            <a:ext cx="3368217" cy="4607772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316623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B83B76-EEC6-49EB-82AB-A62075662CBE}"/>
              </a:ext>
            </a:extLst>
          </p:cNvPr>
          <p:cNvSpPr txBox="1">
            <a:spLocks/>
          </p:cNvSpPr>
          <p:nvPr/>
        </p:nvSpPr>
        <p:spPr>
          <a:xfrm>
            <a:off x="960000" y="593367"/>
            <a:ext cx="575322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Functions of the Website -</a:t>
            </a: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5F9A6822-1AA9-4E8E-8D80-093D90B41D28}"/>
              </a:ext>
            </a:extLst>
          </p:cNvPr>
          <p:cNvSpPr txBox="1">
            <a:spLocks/>
          </p:cNvSpPr>
          <p:nvPr/>
        </p:nvSpPr>
        <p:spPr>
          <a:xfrm>
            <a:off x="6606420" y="603886"/>
            <a:ext cx="213438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Frontend</a:t>
            </a:r>
          </a:p>
        </p:txBody>
      </p:sp>
      <p:pic>
        <p:nvPicPr>
          <p:cNvPr id="8" name="Kép 1">
            <a:extLst>
              <a:ext uri="{FF2B5EF4-FFF2-40B4-BE49-F238E27FC236}">
                <a16:creationId xmlns:a16="http://schemas.microsoft.com/office/drawing/2014/main" id="{19D3A00C-7AD0-414F-99BE-CF084783E4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152501" y="1700880"/>
            <a:ext cx="3368217" cy="4607772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10" name="Subtitle 2">
            <a:extLst>
              <a:ext uri="{FF2B5EF4-FFF2-40B4-BE49-F238E27FC236}">
                <a16:creationId xmlns:a16="http://schemas.microsoft.com/office/drawing/2014/main" id="{249FBFC3-ED50-424F-91A9-B288E7A5B7AC}"/>
              </a:ext>
            </a:extLst>
          </p:cNvPr>
          <p:cNvSpPr txBox="1">
            <a:spLocks/>
          </p:cNvSpPr>
          <p:nvPr/>
        </p:nvSpPr>
        <p:spPr>
          <a:xfrm>
            <a:off x="6412121" y="3106803"/>
            <a:ext cx="3916941" cy="1795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JWT </a:t>
            </a:r>
            <a:r>
              <a:rPr lang="en-GB" dirty="0" err="1"/>
              <a:t>Webtoken</a:t>
            </a:r>
            <a:r>
              <a:rPr lang="en-GB" dirty="0"/>
              <a:t> for authorization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Store token in session storage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Forgot password option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Get method with </a:t>
            </a:r>
            <a:r>
              <a:rPr lang="en-GB" dirty="0" err="1"/>
              <a:t>Axios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7578112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B83B76-EEC6-49EB-82AB-A62075662CBE}"/>
              </a:ext>
            </a:extLst>
          </p:cNvPr>
          <p:cNvSpPr txBox="1">
            <a:spLocks/>
          </p:cNvSpPr>
          <p:nvPr/>
        </p:nvSpPr>
        <p:spPr>
          <a:xfrm>
            <a:off x="960000" y="593367"/>
            <a:ext cx="575322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Functions of the Website -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AD740177-E2ED-47F4-A372-155FF5715CBC}"/>
              </a:ext>
            </a:extLst>
          </p:cNvPr>
          <p:cNvSpPr txBox="1">
            <a:spLocks/>
          </p:cNvSpPr>
          <p:nvPr/>
        </p:nvSpPr>
        <p:spPr>
          <a:xfrm>
            <a:off x="1455543" y="2985699"/>
            <a:ext cx="4762133" cy="18493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Post method using </a:t>
            </a:r>
            <a:r>
              <a:rPr lang="en-GB" dirty="0" err="1"/>
              <a:t>Axios</a:t>
            </a:r>
            <a:endParaRPr lang="en-GB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Finalize registration option</a:t>
            </a:r>
          </a:p>
          <a:p>
            <a:pPr marL="809625" lvl="1" indent="-342900" algn="l">
              <a:buFont typeface="Arial" panose="020B0604020202020204" pitchFamily="34" charset="0"/>
              <a:buChar char="•"/>
            </a:pPr>
            <a:r>
              <a:rPr lang="en-GB" sz="2100" dirty="0">
                <a:latin typeface="Oxanium"/>
              </a:rPr>
              <a:t>If a librarian added the user, they can finalize their registration</a:t>
            </a:r>
          </a:p>
          <a:p>
            <a:pPr marL="0" indent="-438150">
              <a:buFont typeface="Arial" panose="020B0604020202020204" pitchFamily="34" charset="0"/>
              <a:buChar char="•"/>
            </a:pPr>
            <a:r>
              <a:rPr lang="en-GB" dirty="0"/>
              <a:t>Verification</a:t>
            </a:r>
            <a:endParaRPr lang="en-GB" sz="2100" dirty="0">
              <a:latin typeface="Oxanium"/>
            </a:endParaRP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5F9A6822-1AA9-4E8E-8D80-093D90B41D28}"/>
              </a:ext>
            </a:extLst>
          </p:cNvPr>
          <p:cNvSpPr txBox="1">
            <a:spLocks/>
          </p:cNvSpPr>
          <p:nvPr/>
        </p:nvSpPr>
        <p:spPr>
          <a:xfrm>
            <a:off x="6606420" y="603886"/>
            <a:ext cx="213438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Frontend</a:t>
            </a:r>
          </a:p>
        </p:txBody>
      </p:sp>
      <p:pic>
        <p:nvPicPr>
          <p:cNvPr id="8" name="Kép 3">
            <a:extLst>
              <a:ext uri="{FF2B5EF4-FFF2-40B4-BE49-F238E27FC236}">
                <a16:creationId xmlns:a16="http://schemas.microsoft.com/office/drawing/2014/main" id="{595AD304-776D-4B06-8B58-60FB7F1BE2A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419889" y="1566659"/>
            <a:ext cx="2327563" cy="4687455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82924374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B83B76-EEC6-49EB-82AB-A62075662CBE}"/>
              </a:ext>
            </a:extLst>
          </p:cNvPr>
          <p:cNvSpPr txBox="1">
            <a:spLocks/>
          </p:cNvSpPr>
          <p:nvPr/>
        </p:nvSpPr>
        <p:spPr>
          <a:xfrm>
            <a:off x="960000" y="593367"/>
            <a:ext cx="575322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Functions of the Website -</a:t>
            </a: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5F9A6822-1AA9-4E8E-8D80-093D90B41D28}"/>
              </a:ext>
            </a:extLst>
          </p:cNvPr>
          <p:cNvSpPr txBox="1">
            <a:spLocks/>
          </p:cNvSpPr>
          <p:nvPr/>
        </p:nvSpPr>
        <p:spPr>
          <a:xfrm>
            <a:off x="6606420" y="603886"/>
            <a:ext cx="213438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Frontend</a:t>
            </a:r>
          </a:p>
        </p:txBody>
      </p:sp>
      <p:pic>
        <p:nvPicPr>
          <p:cNvPr id="11" name="Kép 9">
            <a:extLst>
              <a:ext uri="{FF2B5EF4-FFF2-40B4-BE49-F238E27FC236}">
                <a16:creationId xmlns:a16="http://schemas.microsoft.com/office/drawing/2014/main" id="{C944FE48-E7C9-415C-85CC-D3133968BF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10526" y="1498962"/>
            <a:ext cx="10770948" cy="5192933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89152923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B83B76-EEC6-49EB-82AB-A62075662CBE}"/>
              </a:ext>
            </a:extLst>
          </p:cNvPr>
          <p:cNvSpPr txBox="1">
            <a:spLocks/>
          </p:cNvSpPr>
          <p:nvPr/>
        </p:nvSpPr>
        <p:spPr>
          <a:xfrm>
            <a:off x="960000" y="593367"/>
            <a:ext cx="575322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Functions of the Website -</a:t>
            </a: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5F9A6822-1AA9-4E8E-8D80-093D90B41D28}"/>
              </a:ext>
            </a:extLst>
          </p:cNvPr>
          <p:cNvSpPr txBox="1">
            <a:spLocks/>
          </p:cNvSpPr>
          <p:nvPr/>
        </p:nvSpPr>
        <p:spPr>
          <a:xfrm>
            <a:off x="6606420" y="603886"/>
            <a:ext cx="213438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Frontend</a:t>
            </a:r>
          </a:p>
        </p:txBody>
      </p:sp>
      <p:pic>
        <p:nvPicPr>
          <p:cNvPr id="11" name="Kép 9">
            <a:extLst>
              <a:ext uri="{FF2B5EF4-FFF2-40B4-BE49-F238E27FC236}">
                <a16:creationId xmlns:a16="http://schemas.microsoft.com/office/drawing/2014/main" id="{C944FE48-E7C9-415C-85CC-D3133968BF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7729" y="2275250"/>
            <a:ext cx="6226142" cy="3024538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5" name="Subtitle 2">
            <a:extLst>
              <a:ext uri="{FF2B5EF4-FFF2-40B4-BE49-F238E27FC236}">
                <a16:creationId xmlns:a16="http://schemas.microsoft.com/office/drawing/2014/main" id="{99B58EB0-A9CB-41AF-9755-775A2FDE622A}"/>
              </a:ext>
            </a:extLst>
          </p:cNvPr>
          <p:cNvSpPr txBox="1">
            <a:spLocks/>
          </p:cNvSpPr>
          <p:nvPr/>
        </p:nvSpPr>
        <p:spPr>
          <a:xfrm>
            <a:off x="1404197" y="2556491"/>
            <a:ext cx="3705306" cy="27432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100" dirty="0">
                <a:latin typeface="Oxanium"/>
              </a:rPr>
              <a:t>Live search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Filter books</a:t>
            </a:r>
          </a:p>
          <a:p>
            <a:pPr marL="719138" lvl="1" indent="-342900" algn="l">
              <a:buFont typeface="Arial" panose="020B0604020202020204" pitchFamily="34" charset="0"/>
              <a:buChar char="•"/>
            </a:pPr>
            <a:r>
              <a:rPr lang="en-GB" sz="2100" dirty="0">
                <a:latin typeface="Oxanium"/>
              </a:rPr>
              <a:t>Author</a:t>
            </a:r>
          </a:p>
          <a:p>
            <a:pPr marL="719138" lvl="1" indent="-342900" algn="l">
              <a:buFont typeface="Arial" panose="020B0604020202020204" pitchFamily="34" charset="0"/>
              <a:buChar char="•"/>
            </a:pPr>
            <a:r>
              <a:rPr lang="en-GB" sz="2100" dirty="0">
                <a:latin typeface="Oxanium"/>
              </a:rPr>
              <a:t>Publisher</a:t>
            </a:r>
          </a:p>
          <a:p>
            <a:pPr marL="719138" lvl="1" indent="-342900" algn="l">
              <a:buFont typeface="Arial" panose="020B0604020202020204" pitchFamily="34" charset="0"/>
              <a:buChar char="•"/>
            </a:pPr>
            <a:r>
              <a:rPr lang="en-GB" sz="2100" dirty="0">
                <a:latin typeface="Oxanium"/>
              </a:rPr>
              <a:t>Publication year</a:t>
            </a:r>
          </a:p>
          <a:p>
            <a:pPr marL="719138" lvl="1" indent="-342900" algn="l">
              <a:buFont typeface="Arial" panose="020B0604020202020204" pitchFamily="34" charset="0"/>
              <a:buChar char="•"/>
            </a:pPr>
            <a:r>
              <a:rPr lang="en-GB" sz="2100" dirty="0">
                <a:latin typeface="Oxanium"/>
              </a:rPr>
              <a:t>Category</a:t>
            </a:r>
          </a:p>
          <a:p>
            <a:pPr marL="354013" indent="-349250">
              <a:buFont typeface="Arial" panose="020B0604020202020204" pitchFamily="34" charset="0"/>
              <a:buChar char="•"/>
            </a:pPr>
            <a:r>
              <a:rPr lang="en-GB" dirty="0"/>
              <a:t>Reserve books if logged in</a:t>
            </a:r>
          </a:p>
        </p:txBody>
      </p:sp>
    </p:spTree>
    <p:extLst>
      <p:ext uri="{BB962C8B-B14F-4D97-AF65-F5344CB8AC3E}">
        <p14:creationId xmlns:p14="http://schemas.microsoft.com/office/powerpoint/2010/main" val="19709821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B83B76-EEC6-49EB-82AB-A62075662CBE}"/>
              </a:ext>
            </a:extLst>
          </p:cNvPr>
          <p:cNvSpPr txBox="1">
            <a:spLocks/>
          </p:cNvSpPr>
          <p:nvPr/>
        </p:nvSpPr>
        <p:spPr>
          <a:xfrm>
            <a:off x="960000" y="593367"/>
            <a:ext cx="575322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What did we use?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9B58EB0-A9CB-41AF-9755-775A2FDE622A}"/>
              </a:ext>
            </a:extLst>
          </p:cNvPr>
          <p:cNvSpPr txBox="1">
            <a:spLocks/>
          </p:cNvSpPr>
          <p:nvPr/>
        </p:nvSpPr>
        <p:spPr>
          <a:xfrm>
            <a:off x="1978155" y="2247587"/>
            <a:ext cx="2595243" cy="27623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React Router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 err="1"/>
              <a:t>useState</a:t>
            </a:r>
            <a:endParaRPr lang="en-GB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 err="1"/>
              <a:t>useEffect</a:t>
            </a:r>
            <a:endParaRPr lang="en-GB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 err="1"/>
              <a:t>useLocation</a:t>
            </a:r>
            <a:endParaRPr lang="en-GB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 err="1"/>
              <a:t>useNavigate</a:t>
            </a:r>
            <a:endParaRPr lang="en-GB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 err="1"/>
              <a:t>createContext</a:t>
            </a:r>
            <a:endParaRPr lang="en-GB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 err="1"/>
              <a:t>useRef</a:t>
            </a:r>
            <a:endParaRPr lang="en-GB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 err="1"/>
              <a:t>useMemo</a:t>
            </a:r>
            <a:endParaRPr lang="en-GB" dirty="0"/>
          </a:p>
        </p:txBody>
      </p:sp>
      <p:pic>
        <p:nvPicPr>
          <p:cNvPr id="7" name="Kép 5">
            <a:extLst>
              <a:ext uri="{FF2B5EF4-FFF2-40B4-BE49-F238E27FC236}">
                <a16:creationId xmlns:a16="http://schemas.microsoft.com/office/drawing/2014/main" id="{BC3D199C-E760-4169-AD6C-85AE4C8A42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1553" y="1356967"/>
            <a:ext cx="6272007" cy="454361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81078087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B83B76-EEC6-49EB-82AB-A62075662CBE}"/>
              </a:ext>
            </a:extLst>
          </p:cNvPr>
          <p:cNvSpPr txBox="1">
            <a:spLocks/>
          </p:cNvSpPr>
          <p:nvPr/>
        </p:nvSpPr>
        <p:spPr>
          <a:xfrm>
            <a:off x="960000" y="593367"/>
            <a:ext cx="575322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What did we use?</a:t>
            </a:r>
          </a:p>
        </p:txBody>
      </p:sp>
      <p:pic>
        <p:nvPicPr>
          <p:cNvPr id="8" name="Kép 6">
            <a:extLst>
              <a:ext uri="{FF2B5EF4-FFF2-40B4-BE49-F238E27FC236}">
                <a16:creationId xmlns:a16="http://schemas.microsoft.com/office/drawing/2014/main" id="{4B1512FD-6FB1-430E-B48F-F32D74D565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88800" y="3429000"/>
            <a:ext cx="3409950" cy="390525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14" name="Subtitle 2">
            <a:extLst>
              <a:ext uri="{FF2B5EF4-FFF2-40B4-BE49-F238E27FC236}">
                <a16:creationId xmlns:a16="http://schemas.microsoft.com/office/drawing/2014/main" id="{69330DA2-49A9-42FD-9056-366A3028D6C5}"/>
              </a:ext>
            </a:extLst>
          </p:cNvPr>
          <p:cNvSpPr txBox="1">
            <a:spLocks/>
          </p:cNvSpPr>
          <p:nvPr/>
        </p:nvSpPr>
        <p:spPr>
          <a:xfrm>
            <a:off x="5284153" y="2802844"/>
            <a:ext cx="2019243" cy="4785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0" indent="0"/>
            <a:r>
              <a:rPr lang="en-GB" sz="2400" dirty="0"/>
              <a:t>Auth Provider</a:t>
            </a:r>
          </a:p>
        </p:txBody>
      </p:sp>
      <p:pic>
        <p:nvPicPr>
          <p:cNvPr id="15" name="Kép 2">
            <a:extLst>
              <a:ext uri="{FF2B5EF4-FFF2-40B4-BE49-F238E27FC236}">
                <a16:creationId xmlns:a16="http://schemas.microsoft.com/office/drawing/2014/main" id="{46700101-6819-4E17-AFC2-C1ABDA6F80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81600" y="1920525"/>
            <a:ext cx="4934585" cy="411480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16" name="Subtitle 2">
            <a:extLst>
              <a:ext uri="{FF2B5EF4-FFF2-40B4-BE49-F238E27FC236}">
                <a16:creationId xmlns:a16="http://schemas.microsoft.com/office/drawing/2014/main" id="{5C9A850D-2500-43CD-917F-789FD4439B80}"/>
              </a:ext>
            </a:extLst>
          </p:cNvPr>
          <p:cNvSpPr txBox="1">
            <a:spLocks/>
          </p:cNvSpPr>
          <p:nvPr/>
        </p:nvSpPr>
        <p:spPr>
          <a:xfrm>
            <a:off x="13742583" y="1233244"/>
            <a:ext cx="2212618" cy="4785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0" indent="0"/>
            <a:r>
              <a:rPr lang="en-GB" sz="2400" dirty="0"/>
              <a:t>Decoding Token</a:t>
            </a:r>
          </a:p>
        </p:txBody>
      </p:sp>
    </p:spTree>
    <p:extLst>
      <p:ext uri="{BB962C8B-B14F-4D97-AF65-F5344CB8AC3E}">
        <p14:creationId xmlns:p14="http://schemas.microsoft.com/office/powerpoint/2010/main" val="25808060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B83B76-EEC6-49EB-82AB-A62075662CBE}"/>
              </a:ext>
            </a:extLst>
          </p:cNvPr>
          <p:cNvSpPr txBox="1">
            <a:spLocks/>
          </p:cNvSpPr>
          <p:nvPr/>
        </p:nvSpPr>
        <p:spPr>
          <a:xfrm>
            <a:off x="960000" y="593367"/>
            <a:ext cx="575322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What did we use?</a:t>
            </a:r>
          </a:p>
        </p:txBody>
      </p:sp>
      <p:pic>
        <p:nvPicPr>
          <p:cNvPr id="5" name="Kép 2">
            <a:extLst>
              <a:ext uri="{FF2B5EF4-FFF2-40B4-BE49-F238E27FC236}">
                <a16:creationId xmlns:a16="http://schemas.microsoft.com/office/drawing/2014/main" id="{244536F9-CC38-4B8F-987D-CE28C5009C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2932" y="1920525"/>
            <a:ext cx="4934585" cy="411480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3" name="Kép 6">
            <a:extLst>
              <a:ext uri="{FF2B5EF4-FFF2-40B4-BE49-F238E27FC236}">
                <a16:creationId xmlns:a16="http://schemas.microsoft.com/office/drawing/2014/main" id="{FECCAA8D-8B09-46D0-9305-B6207DD077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4483" y="3429000"/>
            <a:ext cx="3409950" cy="390525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14" name="Subtitle 2">
            <a:extLst>
              <a:ext uri="{FF2B5EF4-FFF2-40B4-BE49-F238E27FC236}">
                <a16:creationId xmlns:a16="http://schemas.microsoft.com/office/drawing/2014/main" id="{2A7868A8-81A3-4C34-9EAF-508E78FC057F}"/>
              </a:ext>
            </a:extLst>
          </p:cNvPr>
          <p:cNvSpPr txBox="1">
            <a:spLocks/>
          </p:cNvSpPr>
          <p:nvPr/>
        </p:nvSpPr>
        <p:spPr>
          <a:xfrm>
            <a:off x="1989836" y="2802844"/>
            <a:ext cx="2019243" cy="4785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0" indent="0"/>
            <a:r>
              <a:rPr lang="en-GB" sz="2400" dirty="0"/>
              <a:t>Auth Provider</a:t>
            </a: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26091FE8-6FD6-44C0-B0E6-105B789C01DF}"/>
              </a:ext>
            </a:extLst>
          </p:cNvPr>
          <p:cNvSpPr txBox="1">
            <a:spLocks/>
          </p:cNvSpPr>
          <p:nvPr/>
        </p:nvSpPr>
        <p:spPr>
          <a:xfrm>
            <a:off x="7323915" y="1233244"/>
            <a:ext cx="2212618" cy="4785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0" indent="0"/>
            <a:r>
              <a:rPr lang="en-GB" sz="2400" dirty="0"/>
              <a:t>Decoding Token</a:t>
            </a:r>
          </a:p>
        </p:txBody>
      </p:sp>
      <p:pic>
        <p:nvPicPr>
          <p:cNvPr id="17" name="Kép 8">
            <a:extLst>
              <a:ext uri="{FF2B5EF4-FFF2-40B4-BE49-F238E27FC236}">
                <a16:creationId xmlns:a16="http://schemas.microsoft.com/office/drawing/2014/main" id="{D4932D02-D0B9-486E-9E6E-DCD822E2B4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779558" y="2976447"/>
            <a:ext cx="3162300" cy="114300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8" name="Kép 7">
            <a:extLst>
              <a:ext uri="{FF2B5EF4-FFF2-40B4-BE49-F238E27FC236}">
                <a16:creationId xmlns:a16="http://schemas.microsoft.com/office/drawing/2014/main" id="{9EFEB614-D693-4E86-9EDD-3DA27A55837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365220" y="4355046"/>
            <a:ext cx="3990975" cy="1133475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19" name="Subtitle 2">
            <a:extLst>
              <a:ext uri="{FF2B5EF4-FFF2-40B4-BE49-F238E27FC236}">
                <a16:creationId xmlns:a16="http://schemas.microsoft.com/office/drawing/2014/main" id="{6EB1CD5E-900F-4174-ADDA-7DC3D585E73B}"/>
              </a:ext>
            </a:extLst>
          </p:cNvPr>
          <p:cNvSpPr txBox="1">
            <a:spLocks/>
          </p:cNvSpPr>
          <p:nvPr/>
        </p:nvSpPr>
        <p:spPr>
          <a:xfrm>
            <a:off x="13119682" y="1968601"/>
            <a:ext cx="2482050" cy="8647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0" indent="0" algn="ctr"/>
            <a:r>
              <a:rPr lang="en-GB" sz="2400" dirty="0"/>
              <a:t>Managing user activities</a:t>
            </a:r>
          </a:p>
        </p:txBody>
      </p:sp>
    </p:spTree>
    <p:extLst>
      <p:ext uri="{BB962C8B-B14F-4D97-AF65-F5344CB8AC3E}">
        <p14:creationId xmlns:p14="http://schemas.microsoft.com/office/powerpoint/2010/main" val="188593155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B83B76-EEC6-49EB-82AB-A62075662CBE}"/>
              </a:ext>
            </a:extLst>
          </p:cNvPr>
          <p:cNvSpPr txBox="1">
            <a:spLocks/>
          </p:cNvSpPr>
          <p:nvPr/>
        </p:nvSpPr>
        <p:spPr>
          <a:xfrm>
            <a:off x="960000" y="593367"/>
            <a:ext cx="575322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What did we use?</a:t>
            </a:r>
          </a:p>
        </p:txBody>
      </p:sp>
      <p:pic>
        <p:nvPicPr>
          <p:cNvPr id="9" name="Kép 8">
            <a:extLst>
              <a:ext uri="{FF2B5EF4-FFF2-40B4-BE49-F238E27FC236}">
                <a16:creationId xmlns:a16="http://schemas.microsoft.com/office/drawing/2014/main" id="{ADF3E6E6-84E3-401C-86DF-3792203CB1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8805" y="2976447"/>
            <a:ext cx="3162300" cy="114300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0" name="Kép 7">
            <a:extLst>
              <a:ext uri="{FF2B5EF4-FFF2-40B4-BE49-F238E27FC236}">
                <a16:creationId xmlns:a16="http://schemas.microsoft.com/office/drawing/2014/main" id="{3614C337-6270-4AAA-A5BD-95CB157D1A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4467" y="4355046"/>
            <a:ext cx="3990975" cy="1133475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2" name="Kép 2">
            <a:extLst>
              <a:ext uri="{FF2B5EF4-FFF2-40B4-BE49-F238E27FC236}">
                <a16:creationId xmlns:a16="http://schemas.microsoft.com/office/drawing/2014/main" id="{80C1A122-2B4C-4E6F-AA04-C37B2BF49A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6558" y="1920525"/>
            <a:ext cx="4934585" cy="411480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3" name="Kép 6">
            <a:extLst>
              <a:ext uri="{FF2B5EF4-FFF2-40B4-BE49-F238E27FC236}">
                <a16:creationId xmlns:a16="http://schemas.microsoft.com/office/drawing/2014/main" id="{5F5CB766-4FC4-470A-B8BC-AF547F37544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3592800" y="3429000"/>
            <a:ext cx="3409950" cy="390525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14" name="Subtitle 2">
            <a:extLst>
              <a:ext uri="{FF2B5EF4-FFF2-40B4-BE49-F238E27FC236}">
                <a16:creationId xmlns:a16="http://schemas.microsoft.com/office/drawing/2014/main" id="{29332101-14D3-4CCB-810B-7EA51B63C534}"/>
              </a:ext>
            </a:extLst>
          </p:cNvPr>
          <p:cNvSpPr txBox="1">
            <a:spLocks/>
          </p:cNvSpPr>
          <p:nvPr/>
        </p:nvSpPr>
        <p:spPr>
          <a:xfrm>
            <a:off x="-2897447" y="2802844"/>
            <a:ext cx="2019243" cy="4785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0" indent="0"/>
            <a:r>
              <a:rPr lang="en-GB" sz="2400" dirty="0"/>
              <a:t>Auth Provider</a:t>
            </a:r>
          </a:p>
        </p:txBody>
      </p:sp>
      <p:sp>
        <p:nvSpPr>
          <p:cNvPr id="15" name="Subtitle 2">
            <a:extLst>
              <a:ext uri="{FF2B5EF4-FFF2-40B4-BE49-F238E27FC236}">
                <a16:creationId xmlns:a16="http://schemas.microsoft.com/office/drawing/2014/main" id="{66C12526-386A-4E6C-8CA8-112358DC6864}"/>
              </a:ext>
            </a:extLst>
          </p:cNvPr>
          <p:cNvSpPr txBox="1">
            <a:spLocks/>
          </p:cNvSpPr>
          <p:nvPr/>
        </p:nvSpPr>
        <p:spPr>
          <a:xfrm>
            <a:off x="2337541" y="1233244"/>
            <a:ext cx="2212618" cy="4785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0" indent="0"/>
            <a:r>
              <a:rPr lang="en-GB" sz="2400" dirty="0"/>
              <a:t>Decoding Token</a:t>
            </a: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B592868A-A71D-48A0-81B2-2E5732CDABDF}"/>
              </a:ext>
            </a:extLst>
          </p:cNvPr>
          <p:cNvSpPr txBox="1">
            <a:spLocks/>
          </p:cNvSpPr>
          <p:nvPr/>
        </p:nvSpPr>
        <p:spPr>
          <a:xfrm>
            <a:off x="7978929" y="1968601"/>
            <a:ext cx="2482050" cy="8647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0" indent="0" algn="ctr"/>
            <a:r>
              <a:rPr lang="en-GB" sz="2400" dirty="0"/>
              <a:t>Managing user activities</a:t>
            </a:r>
          </a:p>
        </p:txBody>
      </p:sp>
      <p:sp>
        <p:nvSpPr>
          <p:cNvPr id="17" name="Title 3">
            <a:extLst>
              <a:ext uri="{FF2B5EF4-FFF2-40B4-BE49-F238E27FC236}">
                <a16:creationId xmlns:a16="http://schemas.microsoft.com/office/drawing/2014/main" id="{A5D9EDDA-723E-4365-88EA-11C5EB0D501F}"/>
              </a:ext>
            </a:extLst>
          </p:cNvPr>
          <p:cNvSpPr txBox="1">
            <a:spLocks/>
          </p:cNvSpPr>
          <p:nvPr/>
        </p:nvSpPr>
        <p:spPr>
          <a:xfrm>
            <a:off x="12343910" y="2938463"/>
            <a:ext cx="2750940" cy="9810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5400" dirty="0"/>
              <a:t>Backend</a:t>
            </a:r>
          </a:p>
        </p:txBody>
      </p:sp>
    </p:spTree>
    <p:extLst>
      <p:ext uri="{BB962C8B-B14F-4D97-AF65-F5344CB8AC3E}">
        <p14:creationId xmlns:p14="http://schemas.microsoft.com/office/powerpoint/2010/main" val="136176897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3">
            <a:extLst>
              <a:ext uri="{FF2B5EF4-FFF2-40B4-BE49-F238E27FC236}">
                <a16:creationId xmlns:a16="http://schemas.microsoft.com/office/drawing/2014/main" id="{5F9A6822-1AA9-4E8E-8D80-093D90B41D28}"/>
              </a:ext>
            </a:extLst>
          </p:cNvPr>
          <p:cNvSpPr txBox="1">
            <a:spLocks/>
          </p:cNvSpPr>
          <p:nvPr/>
        </p:nvSpPr>
        <p:spPr>
          <a:xfrm>
            <a:off x="4720530" y="2938463"/>
            <a:ext cx="2750940" cy="9810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5400" dirty="0"/>
              <a:t>Backend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8D6A5676-F754-4161-B55D-E3104731EA69}"/>
              </a:ext>
            </a:extLst>
          </p:cNvPr>
          <p:cNvSpPr txBox="1">
            <a:spLocks/>
          </p:cNvSpPr>
          <p:nvPr/>
        </p:nvSpPr>
        <p:spPr>
          <a:xfrm>
            <a:off x="1438642" y="7063123"/>
            <a:ext cx="4657358" cy="37876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Connect database with frontend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Manages data from website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CRUD operations:</a:t>
            </a:r>
          </a:p>
          <a:p>
            <a:pPr marL="1247775" lvl="1" indent="-342900" algn="l">
              <a:buFont typeface="Arial" panose="020B0604020202020204" pitchFamily="34" charset="0"/>
              <a:buChar char="•"/>
            </a:pPr>
            <a:r>
              <a:rPr lang="en-GB" dirty="0"/>
              <a:t>GET</a:t>
            </a:r>
          </a:p>
          <a:p>
            <a:pPr marL="1247775" lvl="1" indent="-342900" algn="l">
              <a:buFont typeface="Arial" panose="020B0604020202020204" pitchFamily="34" charset="0"/>
              <a:buChar char="•"/>
            </a:pPr>
            <a:r>
              <a:rPr lang="en-GB" dirty="0"/>
              <a:t>POST</a:t>
            </a:r>
          </a:p>
          <a:p>
            <a:pPr marL="1247775" lvl="1" indent="-342900" algn="l">
              <a:buFont typeface="Arial" panose="020B0604020202020204" pitchFamily="34" charset="0"/>
              <a:buChar char="•"/>
            </a:pPr>
            <a:r>
              <a:rPr lang="en-GB" dirty="0"/>
              <a:t>PUT</a:t>
            </a:r>
          </a:p>
          <a:p>
            <a:pPr marL="1247775" lvl="1" indent="-342900" algn="l">
              <a:buFont typeface="Arial" panose="020B0604020202020204" pitchFamily="34" charset="0"/>
              <a:buChar char="•"/>
            </a:pPr>
            <a:r>
              <a:rPr lang="en-GB" dirty="0"/>
              <a:t>DELETE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Responses:</a:t>
            </a:r>
          </a:p>
          <a:p>
            <a:pPr marL="1247775" lvl="1" indent="-342900" algn="l">
              <a:buFont typeface="Arial" panose="020B0604020202020204" pitchFamily="34" charset="0"/>
              <a:buChar char="•"/>
            </a:pPr>
            <a:r>
              <a:rPr lang="en-GB" dirty="0"/>
              <a:t>JSON</a:t>
            </a:r>
          </a:p>
          <a:p>
            <a:pPr marL="1247775" lvl="1" indent="-342900" algn="l">
              <a:buFont typeface="Arial" panose="020B0604020202020204" pitchFamily="34" charset="0"/>
              <a:buChar char="•"/>
            </a:pPr>
            <a:r>
              <a:rPr lang="en-GB" dirty="0"/>
              <a:t>Image</a:t>
            </a:r>
          </a:p>
        </p:txBody>
      </p:sp>
      <p:sp>
        <p:nvSpPr>
          <p:cNvPr id="5" name="Title 3">
            <a:extLst>
              <a:ext uri="{FF2B5EF4-FFF2-40B4-BE49-F238E27FC236}">
                <a16:creationId xmlns:a16="http://schemas.microsoft.com/office/drawing/2014/main" id="{90575453-4F4F-4672-B982-6E21A8A3D92E}"/>
              </a:ext>
            </a:extLst>
          </p:cNvPr>
          <p:cNvSpPr txBox="1">
            <a:spLocks/>
          </p:cNvSpPr>
          <p:nvPr/>
        </p:nvSpPr>
        <p:spPr>
          <a:xfrm>
            <a:off x="-9897600" y="593367"/>
            <a:ext cx="575322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What did we use?</a:t>
            </a:r>
          </a:p>
        </p:txBody>
      </p:sp>
      <p:pic>
        <p:nvPicPr>
          <p:cNvPr id="7" name="Kép 8">
            <a:extLst>
              <a:ext uri="{FF2B5EF4-FFF2-40B4-BE49-F238E27FC236}">
                <a16:creationId xmlns:a16="http://schemas.microsoft.com/office/drawing/2014/main" id="{A3EC1059-1DD6-43BA-8C53-E29245FF2E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730042" y="2976447"/>
            <a:ext cx="3162300" cy="114300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9" name="Kép 7">
            <a:extLst>
              <a:ext uri="{FF2B5EF4-FFF2-40B4-BE49-F238E27FC236}">
                <a16:creationId xmlns:a16="http://schemas.microsoft.com/office/drawing/2014/main" id="{C185F460-AFB0-44FE-84E8-7327819470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144380" y="4355046"/>
            <a:ext cx="3990975" cy="1133475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0" name="Kép 2">
            <a:extLst>
              <a:ext uri="{FF2B5EF4-FFF2-40B4-BE49-F238E27FC236}">
                <a16:creationId xmlns:a16="http://schemas.microsoft.com/office/drawing/2014/main" id="{895FF95E-B360-4453-B4DE-9F05A39AD6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9897600" y="1920525"/>
            <a:ext cx="4934585" cy="411480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11" name="Subtitle 2">
            <a:extLst>
              <a:ext uri="{FF2B5EF4-FFF2-40B4-BE49-F238E27FC236}">
                <a16:creationId xmlns:a16="http://schemas.microsoft.com/office/drawing/2014/main" id="{4E131441-52F1-4D8E-AB66-6F3FC69089E7}"/>
              </a:ext>
            </a:extLst>
          </p:cNvPr>
          <p:cNvSpPr txBox="1">
            <a:spLocks/>
          </p:cNvSpPr>
          <p:nvPr/>
        </p:nvSpPr>
        <p:spPr>
          <a:xfrm>
            <a:off x="-8536617" y="1233244"/>
            <a:ext cx="2212618" cy="4785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0" indent="0"/>
            <a:r>
              <a:rPr lang="en-GB" sz="2400" dirty="0"/>
              <a:t>Decoding Token</a:t>
            </a: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5B7E96E4-9BF4-4318-9E2B-45D9F000CFFD}"/>
              </a:ext>
            </a:extLst>
          </p:cNvPr>
          <p:cNvSpPr txBox="1">
            <a:spLocks/>
          </p:cNvSpPr>
          <p:nvPr/>
        </p:nvSpPr>
        <p:spPr>
          <a:xfrm>
            <a:off x="-3389918" y="1968601"/>
            <a:ext cx="2482050" cy="8647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0" indent="0" algn="ctr"/>
            <a:r>
              <a:rPr lang="en-GB" sz="2400" dirty="0"/>
              <a:t>Managing user activities</a:t>
            </a:r>
          </a:p>
        </p:txBody>
      </p:sp>
    </p:spTree>
    <p:extLst>
      <p:ext uri="{BB962C8B-B14F-4D97-AF65-F5344CB8AC3E}">
        <p14:creationId xmlns:p14="http://schemas.microsoft.com/office/powerpoint/2010/main" val="39040411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B83B76-EEC6-49EB-82AB-A62075662CBE}"/>
              </a:ext>
            </a:extLst>
          </p:cNvPr>
          <p:cNvSpPr txBox="1">
            <a:spLocks/>
          </p:cNvSpPr>
          <p:nvPr/>
        </p:nvSpPr>
        <p:spPr>
          <a:xfrm>
            <a:off x="960000" y="593367"/>
            <a:ext cx="575322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Functions of the Website -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AD740177-E2ED-47F4-A372-155FF5715CBC}"/>
              </a:ext>
            </a:extLst>
          </p:cNvPr>
          <p:cNvSpPr txBox="1">
            <a:spLocks/>
          </p:cNvSpPr>
          <p:nvPr/>
        </p:nvSpPr>
        <p:spPr>
          <a:xfrm>
            <a:off x="1438642" y="1535159"/>
            <a:ext cx="4657358" cy="37876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Connect database with frontend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Manages data from website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CRUD operations:</a:t>
            </a:r>
          </a:p>
          <a:p>
            <a:pPr marL="1247775" lvl="1" indent="-342900" algn="l">
              <a:buFont typeface="Arial" panose="020B0604020202020204" pitchFamily="34" charset="0"/>
              <a:buChar char="•"/>
            </a:pPr>
            <a:r>
              <a:rPr lang="en-GB" dirty="0"/>
              <a:t>GET</a:t>
            </a:r>
          </a:p>
          <a:p>
            <a:pPr marL="1247775" lvl="1" indent="-342900" algn="l">
              <a:buFont typeface="Arial" panose="020B0604020202020204" pitchFamily="34" charset="0"/>
              <a:buChar char="•"/>
            </a:pPr>
            <a:r>
              <a:rPr lang="en-GB" dirty="0"/>
              <a:t>POST</a:t>
            </a:r>
          </a:p>
          <a:p>
            <a:pPr marL="1247775" lvl="1" indent="-342900" algn="l">
              <a:buFont typeface="Arial" panose="020B0604020202020204" pitchFamily="34" charset="0"/>
              <a:buChar char="•"/>
            </a:pPr>
            <a:r>
              <a:rPr lang="en-GB" dirty="0"/>
              <a:t>PUT</a:t>
            </a:r>
          </a:p>
          <a:p>
            <a:pPr marL="1247775" lvl="1" indent="-342900" algn="l">
              <a:buFont typeface="Arial" panose="020B0604020202020204" pitchFamily="34" charset="0"/>
              <a:buChar char="•"/>
            </a:pPr>
            <a:r>
              <a:rPr lang="en-GB" dirty="0"/>
              <a:t>DELETE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Responses:</a:t>
            </a:r>
          </a:p>
          <a:p>
            <a:pPr marL="1247775" lvl="1" indent="-342900" algn="l">
              <a:buFont typeface="Arial" panose="020B0604020202020204" pitchFamily="34" charset="0"/>
              <a:buChar char="•"/>
            </a:pPr>
            <a:r>
              <a:rPr lang="en-GB" dirty="0"/>
              <a:t>JSON</a:t>
            </a:r>
          </a:p>
          <a:p>
            <a:pPr marL="1247775" lvl="1" indent="-342900" algn="l">
              <a:buFont typeface="Arial" panose="020B0604020202020204" pitchFamily="34" charset="0"/>
              <a:buChar char="•"/>
            </a:pPr>
            <a:r>
              <a:rPr lang="en-GB" dirty="0"/>
              <a:t>Image</a:t>
            </a: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5F9A6822-1AA9-4E8E-8D80-093D90B41D28}"/>
              </a:ext>
            </a:extLst>
          </p:cNvPr>
          <p:cNvSpPr txBox="1">
            <a:spLocks/>
          </p:cNvSpPr>
          <p:nvPr/>
        </p:nvSpPr>
        <p:spPr>
          <a:xfrm>
            <a:off x="6606420" y="603886"/>
            <a:ext cx="199656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Backend</a:t>
            </a:r>
          </a:p>
        </p:txBody>
      </p:sp>
      <p:pic>
        <p:nvPicPr>
          <p:cNvPr id="9" name="Kép2">
            <a:extLst>
              <a:ext uri="{FF2B5EF4-FFF2-40B4-BE49-F238E27FC236}">
                <a16:creationId xmlns:a16="http://schemas.microsoft.com/office/drawing/2014/main" id="{2A03F608-918A-41AD-8FF5-4DB9BCF3A98E}"/>
              </a:ext>
            </a:extLst>
          </p:cNvPr>
          <p:cNvPicPr/>
          <p:nvPr/>
        </p:nvPicPr>
        <p:blipFill rotWithShape="1">
          <a:blip r:embed="rId2">
            <a:lum/>
            <a:alphaModFix/>
          </a:blip>
          <a:srcRect r="12238" b="72276"/>
          <a:stretch/>
        </p:blipFill>
        <p:spPr>
          <a:xfrm>
            <a:off x="12435046" y="2552258"/>
            <a:ext cx="9867801" cy="1753484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73572819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Kép2">
            <a:extLst>
              <a:ext uri="{FF2B5EF4-FFF2-40B4-BE49-F238E27FC236}">
                <a16:creationId xmlns:a16="http://schemas.microsoft.com/office/drawing/2014/main" id="{FD7CAE65-697C-4CC4-BE93-92A9095487AB}"/>
              </a:ext>
            </a:extLst>
          </p:cNvPr>
          <p:cNvPicPr/>
          <p:nvPr/>
        </p:nvPicPr>
        <p:blipFill rotWithShape="1">
          <a:blip r:embed="rId2">
            <a:lum/>
            <a:alphaModFix/>
          </a:blip>
          <a:srcRect r="12238" b="72276"/>
          <a:stretch/>
        </p:blipFill>
        <p:spPr>
          <a:xfrm>
            <a:off x="1162100" y="2552258"/>
            <a:ext cx="9867801" cy="1753484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4" name="Subtitle 2">
            <a:extLst>
              <a:ext uri="{FF2B5EF4-FFF2-40B4-BE49-F238E27FC236}">
                <a16:creationId xmlns:a16="http://schemas.microsoft.com/office/drawing/2014/main" id="{5974112A-AB37-4560-9C88-E3AC4FEA8A6A}"/>
              </a:ext>
            </a:extLst>
          </p:cNvPr>
          <p:cNvSpPr txBox="1">
            <a:spLocks/>
          </p:cNvSpPr>
          <p:nvPr/>
        </p:nvSpPr>
        <p:spPr>
          <a:xfrm>
            <a:off x="-4673923" y="1535159"/>
            <a:ext cx="4657358" cy="37876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Connect database with frontend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Manages data from website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CRUD operations:</a:t>
            </a:r>
          </a:p>
          <a:p>
            <a:pPr marL="1247775" lvl="1" indent="-342900" algn="l">
              <a:buFont typeface="Arial" panose="020B0604020202020204" pitchFamily="34" charset="0"/>
              <a:buChar char="•"/>
            </a:pPr>
            <a:r>
              <a:rPr lang="en-GB" dirty="0"/>
              <a:t>GET</a:t>
            </a:r>
          </a:p>
          <a:p>
            <a:pPr marL="1247775" lvl="1" indent="-342900" algn="l">
              <a:buFont typeface="Arial" panose="020B0604020202020204" pitchFamily="34" charset="0"/>
              <a:buChar char="•"/>
            </a:pPr>
            <a:r>
              <a:rPr lang="en-GB" dirty="0"/>
              <a:t>POST</a:t>
            </a:r>
          </a:p>
          <a:p>
            <a:pPr marL="1247775" lvl="1" indent="-342900" algn="l">
              <a:buFont typeface="Arial" panose="020B0604020202020204" pitchFamily="34" charset="0"/>
              <a:buChar char="•"/>
            </a:pPr>
            <a:r>
              <a:rPr lang="en-GB" dirty="0"/>
              <a:t>PUT</a:t>
            </a:r>
          </a:p>
          <a:p>
            <a:pPr marL="1247775" lvl="1" indent="-342900" algn="l">
              <a:buFont typeface="Arial" panose="020B0604020202020204" pitchFamily="34" charset="0"/>
              <a:buChar char="•"/>
            </a:pPr>
            <a:r>
              <a:rPr lang="en-GB" dirty="0"/>
              <a:t>DELETE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Responses:</a:t>
            </a:r>
          </a:p>
          <a:p>
            <a:pPr marL="1247775" lvl="1" indent="-342900" algn="l">
              <a:buFont typeface="Arial" panose="020B0604020202020204" pitchFamily="34" charset="0"/>
              <a:buChar char="•"/>
            </a:pPr>
            <a:r>
              <a:rPr lang="en-GB" dirty="0"/>
              <a:t>JSON</a:t>
            </a:r>
          </a:p>
          <a:p>
            <a:pPr marL="1247775" lvl="1" indent="-342900" algn="l">
              <a:buFont typeface="Arial" panose="020B0604020202020204" pitchFamily="34" charset="0"/>
              <a:buChar char="•"/>
            </a:pPr>
            <a:r>
              <a:rPr lang="en-GB" dirty="0"/>
              <a:t>Image</a:t>
            </a: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92ED0E45-53A9-42C8-8F8A-040100DF27B1}"/>
              </a:ext>
            </a:extLst>
          </p:cNvPr>
          <p:cNvSpPr txBox="1">
            <a:spLocks/>
          </p:cNvSpPr>
          <p:nvPr/>
        </p:nvSpPr>
        <p:spPr>
          <a:xfrm>
            <a:off x="596108" y="347963"/>
            <a:ext cx="4048299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Endpoints</a:t>
            </a:r>
          </a:p>
        </p:txBody>
      </p:sp>
    </p:spTree>
    <p:extLst>
      <p:ext uri="{BB962C8B-B14F-4D97-AF65-F5344CB8AC3E}">
        <p14:creationId xmlns:p14="http://schemas.microsoft.com/office/powerpoint/2010/main" val="183084188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B83B76-EEC6-49EB-82AB-A62075662CBE}"/>
              </a:ext>
            </a:extLst>
          </p:cNvPr>
          <p:cNvSpPr txBox="1">
            <a:spLocks/>
          </p:cNvSpPr>
          <p:nvPr/>
        </p:nvSpPr>
        <p:spPr>
          <a:xfrm>
            <a:off x="596108" y="347963"/>
            <a:ext cx="4048299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What did we use?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AD740177-E2ED-47F4-A372-155FF5715CBC}"/>
              </a:ext>
            </a:extLst>
          </p:cNvPr>
          <p:cNvSpPr txBox="1">
            <a:spLocks/>
          </p:cNvSpPr>
          <p:nvPr/>
        </p:nvSpPr>
        <p:spPr>
          <a:xfrm>
            <a:off x="1203247" y="2454903"/>
            <a:ext cx="3441160" cy="19481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>
                <a:effectLst/>
              </a:rPr>
              <a:t>Composer</a:t>
            </a:r>
          </a:p>
          <a:p>
            <a:pPr marL="715963" lvl="1" indent="-342900" algn="l">
              <a:buFont typeface="Arial" panose="020B0604020202020204" pitchFamily="34" charset="0"/>
              <a:buChar char="•"/>
            </a:pPr>
            <a:r>
              <a:rPr lang="en-GB" dirty="0">
                <a:effectLst/>
              </a:rPr>
              <a:t>JWT</a:t>
            </a:r>
          </a:p>
          <a:p>
            <a:pPr marL="715963" lvl="1" indent="-342900" algn="l">
              <a:buFont typeface="Arial" panose="020B0604020202020204" pitchFamily="34" charset="0"/>
              <a:buChar char="•"/>
            </a:pPr>
            <a:r>
              <a:rPr lang="en-GB" dirty="0" err="1"/>
              <a:t>Dotenv</a:t>
            </a:r>
            <a:endParaRPr lang="en-GB" dirty="0"/>
          </a:p>
          <a:p>
            <a:pPr marL="715963" lvl="1" indent="-342900" algn="l">
              <a:buFont typeface="Arial" panose="020B0604020202020204" pitchFamily="34" charset="0"/>
              <a:buChar char="•"/>
            </a:pPr>
            <a:r>
              <a:rPr lang="en-GB" dirty="0" err="1"/>
              <a:t>PHPMailer</a:t>
            </a:r>
            <a:endParaRPr lang="en-GB" dirty="0"/>
          </a:p>
          <a:p>
            <a:pPr marL="715963" lvl="1" indent="-342900" algn="l">
              <a:buFont typeface="Arial" panose="020B0604020202020204" pitchFamily="34" charset="0"/>
              <a:buChar char="•"/>
            </a:pPr>
            <a:r>
              <a:rPr lang="en-GB" dirty="0">
                <a:effectLst/>
              </a:rPr>
              <a:t>Autoloader</a:t>
            </a:r>
          </a:p>
        </p:txBody>
      </p:sp>
      <p:pic>
        <p:nvPicPr>
          <p:cNvPr id="8" name="Kép1">
            <a:extLst>
              <a:ext uri="{FF2B5EF4-FFF2-40B4-BE49-F238E27FC236}">
                <a16:creationId xmlns:a16="http://schemas.microsoft.com/office/drawing/2014/main" id="{AF3C1AAB-93C5-4992-A147-10B6A6188F2B}"/>
              </a:ext>
            </a:extLst>
          </p:cNvPr>
          <p:cNvPicPr/>
          <p:nvPr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5231764" y="226712"/>
            <a:ext cx="2083435" cy="6329084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0" name="Kép12">
            <a:extLst>
              <a:ext uri="{FF2B5EF4-FFF2-40B4-BE49-F238E27FC236}">
                <a16:creationId xmlns:a16="http://schemas.microsoft.com/office/drawing/2014/main" id="{0AC9C9E2-48AA-4166-9C44-0FBE436A8453}"/>
              </a:ext>
            </a:extLst>
          </p:cNvPr>
          <p:cNvPicPr/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7902556" y="1930392"/>
            <a:ext cx="3381804" cy="2862587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250558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B83B76-EEC6-49EB-82AB-A62075662CBE}"/>
              </a:ext>
            </a:extLst>
          </p:cNvPr>
          <p:cNvSpPr txBox="1">
            <a:spLocks/>
          </p:cNvSpPr>
          <p:nvPr/>
        </p:nvSpPr>
        <p:spPr>
          <a:xfrm>
            <a:off x="2761211" y="3047200"/>
            <a:ext cx="1582189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/>
              <a:t>MVC – </a:t>
            </a:r>
            <a:endParaRPr lang="en-GB" sz="4000" dirty="0">
              <a:effectLst/>
            </a:endParaRPr>
          </a:p>
        </p:txBody>
      </p:sp>
      <p:sp>
        <p:nvSpPr>
          <p:cNvPr id="9" name="Title 3">
            <a:extLst>
              <a:ext uri="{FF2B5EF4-FFF2-40B4-BE49-F238E27FC236}">
                <a16:creationId xmlns:a16="http://schemas.microsoft.com/office/drawing/2014/main" id="{90C483B8-71E7-41E3-8303-B70ADAB5BC50}"/>
              </a:ext>
            </a:extLst>
          </p:cNvPr>
          <p:cNvSpPr txBox="1">
            <a:spLocks/>
          </p:cNvSpPr>
          <p:nvPr/>
        </p:nvSpPr>
        <p:spPr>
          <a:xfrm>
            <a:off x="4247111" y="3047200"/>
            <a:ext cx="157457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/>
              <a:t>Model</a:t>
            </a:r>
            <a:endParaRPr lang="en-GB" sz="4000" dirty="0">
              <a:effectLst/>
            </a:endParaRPr>
          </a:p>
        </p:txBody>
      </p:sp>
      <p:sp>
        <p:nvSpPr>
          <p:cNvPr id="10" name="Title 3">
            <a:extLst>
              <a:ext uri="{FF2B5EF4-FFF2-40B4-BE49-F238E27FC236}">
                <a16:creationId xmlns:a16="http://schemas.microsoft.com/office/drawing/2014/main" id="{DBBFD1D1-0C53-402E-AC6E-343B59484C69}"/>
              </a:ext>
            </a:extLst>
          </p:cNvPr>
          <p:cNvSpPr txBox="1">
            <a:spLocks/>
          </p:cNvSpPr>
          <p:nvPr/>
        </p:nvSpPr>
        <p:spPr>
          <a:xfrm>
            <a:off x="5603471" y="3047200"/>
            <a:ext cx="3715789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/>
              <a:t>-View-Controller</a:t>
            </a:r>
            <a:endParaRPr lang="en-GB" sz="4000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2223121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B83B76-EEC6-49EB-82AB-A62075662CBE}"/>
              </a:ext>
            </a:extLst>
          </p:cNvPr>
          <p:cNvSpPr txBox="1">
            <a:spLocks/>
          </p:cNvSpPr>
          <p:nvPr/>
        </p:nvSpPr>
        <p:spPr>
          <a:xfrm>
            <a:off x="599901" y="269562"/>
            <a:ext cx="1564179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/>
              <a:t>Model</a:t>
            </a:r>
            <a:endParaRPr lang="en-GB" sz="4000" dirty="0">
              <a:effectLst/>
            </a:endParaRP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3FBACADD-105E-4067-A633-3DCC5F9C0673}"/>
              </a:ext>
            </a:extLst>
          </p:cNvPr>
          <p:cNvSpPr txBox="1">
            <a:spLocks/>
          </p:cNvSpPr>
          <p:nvPr/>
        </p:nvSpPr>
        <p:spPr>
          <a:xfrm>
            <a:off x="1300972" y="1903162"/>
            <a:ext cx="3873008" cy="32149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effectLst/>
              </a:rPr>
              <a:t>MySQL queries in models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Select, Insert, Update, Delete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effectLst/>
              </a:rPr>
              <a:t>Models inherit from tables:</a:t>
            </a:r>
          </a:p>
          <a:p>
            <a:pPr marL="898525" lvl="1" indent="-342900" algn="l">
              <a:buFont typeface="Arial" panose="020B0604020202020204" pitchFamily="34" charset="0"/>
              <a:buChar char="•"/>
            </a:pPr>
            <a:r>
              <a:rPr lang="en-GB" dirty="0">
                <a:latin typeface="Oxanium"/>
              </a:rPr>
              <a:t>Select</a:t>
            </a:r>
          </a:p>
          <a:p>
            <a:pPr marL="898525" lvl="1" indent="-342900" algn="l">
              <a:buFont typeface="Arial" panose="020B0604020202020204" pitchFamily="34" charset="0"/>
              <a:buChar char="•"/>
            </a:pPr>
            <a:r>
              <a:rPr lang="en-GB" dirty="0">
                <a:latin typeface="Oxanium"/>
              </a:rPr>
              <a:t>Join</a:t>
            </a:r>
          </a:p>
          <a:p>
            <a:pPr marL="898525" lvl="1" indent="-342900" algn="l">
              <a:buFont typeface="Arial" panose="020B0604020202020204" pitchFamily="34" charset="0"/>
              <a:buChar char="•"/>
            </a:pPr>
            <a:r>
              <a:rPr lang="en-GB" dirty="0">
                <a:latin typeface="Oxanium"/>
              </a:rPr>
              <a:t>Execute</a:t>
            </a:r>
          </a:p>
        </p:txBody>
      </p:sp>
      <p:pic>
        <p:nvPicPr>
          <p:cNvPr id="10" name="Kép6">
            <a:extLst>
              <a:ext uri="{FF2B5EF4-FFF2-40B4-BE49-F238E27FC236}">
                <a16:creationId xmlns:a16="http://schemas.microsoft.com/office/drawing/2014/main" id="{FA317F14-1156-41D1-A3FF-EC30B415622D}"/>
              </a:ext>
            </a:extLst>
          </p:cNvPr>
          <p:cNvPicPr/>
          <p:nvPr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5975349" y="1033162"/>
            <a:ext cx="3959919" cy="2477452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1" name="Kép4">
            <a:extLst>
              <a:ext uri="{FF2B5EF4-FFF2-40B4-BE49-F238E27FC236}">
                <a16:creationId xmlns:a16="http://schemas.microsoft.com/office/drawing/2014/main" id="{F5F37F3C-1DEA-4FF6-9E1F-3448572237BF}"/>
              </a:ext>
            </a:extLst>
          </p:cNvPr>
          <p:cNvPicPr/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6824372" y="3935095"/>
            <a:ext cx="2261871" cy="2184292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13" name="Title 3">
            <a:extLst>
              <a:ext uri="{FF2B5EF4-FFF2-40B4-BE49-F238E27FC236}">
                <a16:creationId xmlns:a16="http://schemas.microsoft.com/office/drawing/2014/main" id="{3D423F72-51C5-4F6D-BD50-9781990828CF}"/>
              </a:ext>
            </a:extLst>
          </p:cNvPr>
          <p:cNvSpPr txBox="1">
            <a:spLocks/>
          </p:cNvSpPr>
          <p:nvPr/>
        </p:nvSpPr>
        <p:spPr>
          <a:xfrm>
            <a:off x="1991590" y="269562"/>
            <a:ext cx="344979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/>
              <a:t>s</a:t>
            </a:r>
            <a:endParaRPr lang="en-GB" sz="4000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10785252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B83B76-EEC6-49EB-82AB-A62075662CBE}"/>
              </a:ext>
            </a:extLst>
          </p:cNvPr>
          <p:cNvSpPr txBox="1">
            <a:spLocks/>
          </p:cNvSpPr>
          <p:nvPr/>
        </p:nvSpPr>
        <p:spPr>
          <a:xfrm>
            <a:off x="599901" y="269562"/>
            <a:ext cx="4238799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/>
              <a:t>Views - Responses</a:t>
            </a:r>
            <a:endParaRPr lang="en-GB" sz="4000" dirty="0">
              <a:effectLst/>
            </a:endParaRP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3FBACADD-105E-4067-A633-3DCC5F9C0673}"/>
              </a:ext>
            </a:extLst>
          </p:cNvPr>
          <p:cNvSpPr txBox="1">
            <a:spLocks/>
          </p:cNvSpPr>
          <p:nvPr/>
        </p:nvSpPr>
        <p:spPr>
          <a:xfrm>
            <a:off x="1704816" y="1141162"/>
            <a:ext cx="4391184" cy="2287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effectLst/>
              </a:rPr>
              <a:t>Success:</a:t>
            </a:r>
          </a:p>
          <a:p>
            <a:pPr marL="808038" lvl="1" indent="-342900" algn="l">
              <a:buFont typeface="Arial" panose="020B0604020202020204" pitchFamily="34" charset="0"/>
              <a:buChar char="•"/>
            </a:pPr>
            <a:r>
              <a:rPr lang="en-GB" dirty="0">
                <a:latin typeface="Oxanium"/>
              </a:rPr>
              <a:t>Returns status code</a:t>
            </a:r>
          </a:p>
          <a:p>
            <a:pPr marL="808038" lvl="1" indent="-342900" algn="l">
              <a:buFont typeface="Arial" panose="020B0604020202020204" pitchFamily="34" charset="0"/>
              <a:buChar char="•"/>
            </a:pPr>
            <a:r>
              <a:rPr lang="en-GB" dirty="0">
                <a:latin typeface="Oxanium"/>
              </a:rPr>
              <a:t>Returns JSON as string</a:t>
            </a:r>
          </a:p>
        </p:txBody>
      </p:sp>
      <p:pic>
        <p:nvPicPr>
          <p:cNvPr id="21" name="Kép5">
            <a:extLst>
              <a:ext uri="{FF2B5EF4-FFF2-40B4-BE49-F238E27FC236}">
                <a16:creationId xmlns:a16="http://schemas.microsoft.com/office/drawing/2014/main" id="{C350C6CE-1B98-4DEE-BED0-D989A1A30945}"/>
              </a:ext>
            </a:extLst>
          </p:cNvPr>
          <p:cNvPicPr/>
          <p:nvPr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1704816" y="3507312"/>
            <a:ext cx="8782368" cy="3221508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22" name="Subtitle 2">
            <a:extLst>
              <a:ext uri="{FF2B5EF4-FFF2-40B4-BE49-F238E27FC236}">
                <a16:creationId xmlns:a16="http://schemas.microsoft.com/office/drawing/2014/main" id="{D773E337-7AE0-4F42-B612-F35A6AAAF7BD}"/>
              </a:ext>
            </a:extLst>
          </p:cNvPr>
          <p:cNvSpPr txBox="1">
            <a:spLocks/>
          </p:cNvSpPr>
          <p:nvPr/>
        </p:nvSpPr>
        <p:spPr>
          <a:xfrm>
            <a:off x="6096000" y="1141162"/>
            <a:ext cx="4391184" cy="2287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effectLst/>
              </a:rPr>
              <a:t>Error:</a:t>
            </a:r>
          </a:p>
          <a:p>
            <a:pPr marL="808038" lvl="1" indent="-342900" algn="l">
              <a:buFont typeface="Arial" panose="020B0604020202020204" pitchFamily="34" charset="0"/>
              <a:buChar char="•"/>
            </a:pPr>
            <a:r>
              <a:rPr lang="en-GB" dirty="0">
                <a:latin typeface="Oxanium"/>
              </a:rPr>
              <a:t>Messages stored in txt file</a:t>
            </a:r>
          </a:p>
          <a:p>
            <a:pPr marL="808038" lvl="1" indent="-342900" algn="l">
              <a:buFont typeface="Arial" panose="020B0604020202020204" pitchFamily="34" charset="0"/>
              <a:buChar char="•"/>
            </a:pPr>
            <a:r>
              <a:rPr lang="en-GB" dirty="0">
                <a:latin typeface="Oxanium"/>
              </a:rPr>
              <a:t>Returns status code</a:t>
            </a:r>
          </a:p>
          <a:p>
            <a:pPr marL="808038" lvl="1" indent="-342900" algn="l">
              <a:buFont typeface="Arial" panose="020B0604020202020204" pitchFamily="34" charset="0"/>
              <a:buChar char="•"/>
            </a:pPr>
            <a:r>
              <a:rPr lang="en-GB" dirty="0">
                <a:latin typeface="Oxanium"/>
              </a:rPr>
              <a:t>Returns error message from txt file</a:t>
            </a:r>
          </a:p>
        </p:txBody>
      </p:sp>
    </p:spTree>
    <p:extLst>
      <p:ext uri="{BB962C8B-B14F-4D97-AF65-F5344CB8AC3E}">
        <p14:creationId xmlns:p14="http://schemas.microsoft.com/office/powerpoint/2010/main" val="428728766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B83B76-EEC6-49EB-82AB-A62075662CBE}"/>
              </a:ext>
            </a:extLst>
          </p:cNvPr>
          <p:cNvSpPr txBox="1">
            <a:spLocks/>
          </p:cNvSpPr>
          <p:nvPr/>
        </p:nvSpPr>
        <p:spPr>
          <a:xfrm>
            <a:off x="2497281" y="406722"/>
            <a:ext cx="2615739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/>
              <a:t>Controllers</a:t>
            </a:r>
            <a:endParaRPr lang="en-GB" sz="4000" dirty="0">
              <a:effectLst/>
            </a:endParaRP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3FBACADD-105E-4067-A633-3DCC5F9C0673}"/>
              </a:ext>
            </a:extLst>
          </p:cNvPr>
          <p:cNvSpPr txBox="1">
            <a:spLocks/>
          </p:cNvSpPr>
          <p:nvPr/>
        </p:nvSpPr>
        <p:spPr>
          <a:xfrm>
            <a:off x="721645" y="1716035"/>
            <a:ext cx="3873008" cy="21887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>
                <a:latin typeface="Oxanium"/>
              </a:rPr>
              <a:t>Handle request body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Parameters as associative arrays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>
                <a:latin typeface="Oxanium"/>
              </a:rPr>
              <a:t>Verify values by controllers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The functions themselves are in separate classes</a:t>
            </a:r>
            <a:endParaRPr lang="en-GB" dirty="0">
              <a:latin typeface="Oxanium"/>
            </a:endParaRPr>
          </a:p>
        </p:txBody>
      </p:sp>
      <p:pic>
        <p:nvPicPr>
          <p:cNvPr id="8" name="Kép3">
            <a:extLst>
              <a:ext uri="{FF2B5EF4-FFF2-40B4-BE49-F238E27FC236}">
                <a16:creationId xmlns:a16="http://schemas.microsoft.com/office/drawing/2014/main" id="{3A4EE347-F7E6-4C95-890B-617ECBA5648C}"/>
              </a:ext>
            </a:extLst>
          </p:cNvPr>
          <p:cNvPicPr/>
          <p:nvPr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899199" y="3975177"/>
            <a:ext cx="3517900" cy="2213796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4" name="Kép9">
            <a:extLst>
              <a:ext uri="{FF2B5EF4-FFF2-40B4-BE49-F238E27FC236}">
                <a16:creationId xmlns:a16="http://schemas.microsoft.com/office/drawing/2014/main" id="{265F5A35-683B-4FB6-86C6-2A096684BD80}"/>
              </a:ext>
            </a:extLst>
          </p:cNvPr>
          <p:cNvPicPr/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8644709" y="2203064"/>
            <a:ext cx="2836004" cy="38951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5" name="Kép10">
            <a:extLst>
              <a:ext uri="{FF2B5EF4-FFF2-40B4-BE49-F238E27FC236}">
                <a16:creationId xmlns:a16="http://schemas.microsoft.com/office/drawing/2014/main" id="{1B0848FF-1779-49E7-97E7-7D3CC063CF3D}"/>
              </a:ext>
            </a:extLst>
          </p:cNvPr>
          <p:cNvPicPr/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8157710" y="2771892"/>
            <a:ext cx="3833331" cy="1738497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6" name="Kép9 másolat 1">
            <a:extLst>
              <a:ext uri="{FF2B5EF4-FFF2-40B4-BE49-F238E27FC236}">
                <a16:creationId xmlns:a16="http://schemas.microsoft.com/office/drawing/2014/main" id="{829BA3BF-D183-4467-9B8C-04C5D922B3E7}"/>
              </a:ext>
            </a:extLst>
          </p:cNvPr>
          <p:cNvPicPr/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8754841" y="4688726"/>
            <a:ext cx="2836005" cy="38951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7" name="Kép11">
            <a:extLst>
              <a:ext uri="{FF2B5EF4-FFF2-40B4-BE49-F238E27FC236}">
                <a16:creationId xmlns:a16="http://schemas.microsoft.com/office/drawing/2014/main" id="{67F392E0-52D3-435A-9E6B-A6A22B4A7996}"/>
              </a:ext>
            </a:extLst>
          </p:cNvPr>
          <p:cNvPicPr/>
          <p:nvPr/>
        </p:nvPicPr>
        <p:blipFill>
          <a:blip r:embed="rId5">
            <a:lum/>
            <a:alphaModFix/>
          </a:blip>
          <a:srcRect/>
          <a:stretch>
            <a:fillRect/>
          </a:stretch>
        </p:blipFill>
        <p:spPr>
          <a:xfrm>
            <a:off x="8321940" y="5294216"/>
            <a:ext cx="3481541" cy="616213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20" name="Kép7">
            <a:extLst>
              <a:ext uri="{FF2B5EF4-FFF2-40B4-BE49-F238E27FC236}">
                <a16:creationId xmlns:a16="http://schemas.microsoft.com/office/drawing/2014/main" id="{C6709A2E-C2D1-4FF4-B874-CF808B0F614C}"/>
              </a:ext>
            </a:extLst>
          </p:cNvPr>
          <p:cNvPicPr/>
          <p:nvPr/>
        </p:nvPicPr>
        <p:blipFill>
          <a:blip r:embed="rId6">
            <a:lum/>
            <a:alphaModFix/>
          </a:blip>
          <a:srcRect/>
          <a:stretch>
            <a:fillRect/>
          </a:stretch>
        </p:blipFill>
        <p:spPr>
          <a:xfrm>
            <a:off x="4982483" y="1913546"/>
            <a:ext cx="2730427" cy="38951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21" name="Kép8">
            <a:extLst>
              <a:ext uri="{FF2B5EF4-FFF2-40B4-BE49-F238E27FC236}">
                <a16:creationId xmlns:a16="http://schemas.microsoft.com/office/drawing/2014/main" id="{4F361E9A-DB99-4428-A45B-C52DCC79AF3C}"/>
              </a:ext>
            </a:extLst>
          </p:cNvPr>
          <p:cNvPicPr/>
          <p:nvPr/>
        </p:nvPicPr>
        <p:blipFill>
          <a:blip r:embed="rId7">
            <a:lum/>
            <a:alphaModFix/>
          </a:blip>
          <a:srcRect/>
          <a:stretch>
            <a:fillRect/>
          </a:stretch>
        </p:blipFill>
        <p:spPr>
          <a:xfrm>
            <a:off x="4982483" y="2482374"/>
            <a:ext cx="2726886" cy="362973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68902749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3">
            <a:extLst>
              <a:ext uri="{FF2B5EF4-FFF2-40B4-BE49-F238E27FC236}">
                <a16:creationId xmlns:a16="http://schemas.microsoft.com/office/drawing/2014/main" id="{FB27A919-6BBB-48F4-80BE-C17D3AD253D5}"/>
              </a:ext>
            </a:extLst>
          </p:cNvPr>
          <p:cNvSpPr txBox="1">
            <a:spLocks/>
          </p:cNvSpPr>
          <p:nvPr/>
        </p:nvSpPr>
        <p:spPr>
          <a:xfrm>
            <a:off x="4125488" y="2907653"/>
            <a:ext cx="3941025" cy="10426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5400" dirty="0"/>
              <a:t>LMS Desktop</a:t>
            </a:r>
          </a:p>
        </p:txBody>
      </p:sp>
    </p:spTree>
    <p:extLst>
      <p:ext uri="{BB962C8B-B14F-4D97-AF65-F5344CB8AC3E}">
        <p14:creationId xmlns:p14="http://schemas.microsoft.com/office/powerpoint/2010/main" val="32336603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B83B76-EEC6-49EB-82AB-A62075662CBE}"/>
              </a:ext>
            </a:extLst>
          </p:cNvPr>
          <p:cNvSpPr txBox="1">
            <a:spLocks/>
          </p:cNvSpPr>
          <p:nvPr/>
        </p:nvSpPr>
        <p:spPr>
          <a:xfrm>
            <a:off x="2429247" y="383963"/>
            <a:ext cx="2782833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Functions of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AD740177-E2ED-47F4-A372-155FF5715CBC}"/>
              </a:ext>
            </a:extLst>
          </p:cNvPr>
          <p:cNvSpPr txBox="1">
            <a:spLocks/>
          </p:cNvSpPr>
          <p:nvPr/>
        </p:nvSpPr>
        <p:spPr>
          <a:xfrm>
            <a:off x="6718792" y="2957296"/>
            <a:ext cx="3297160" cy="9289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effectLst/>
              </a:rPr>
              <a:t>Login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>
                <a:effectLst/>
              </a:rPr>
              <a:t>Admin or Librarian</a:t>
            </a: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B812843-343E-431D-B845-6AC0CC8589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8311" y="2232530"/>
            <a:ext cx="2676899" cy="2943636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BEC4820-2A6F-4CB3-A4DD-F45A4846A2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7550" y="7010783"/>
            <a:ext cx="2676899" cy="290553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6" name="Title 3">
            <a:extLst>
              <a:ext uri="{FF2B5EF4-FFF2-40B4-BE49-F238E27FC236}">
                <a16:creationId xmlns:a16="http://schemas.microsoft.com/office/drawing/2014/main" id="{FB27A919-6BBB-48F4-80BE-C17D3AD253D5}"/>
              </a:ext>
            </a:extLst>
          </p:cNvPr>
          <p:cNvSpPr txBox="1">
            <a:spLocks/>
          </p:cNvSpPr>
          <p:nvPr/>
        </p:nvSpPr>
        <p:spPr>
          <a:xfrm>
            <a:off x="5125291" y="383490"/>
            <a:ext cx="2959529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LMS Desktop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7A45B698-534C-4FEF-9C05-B4575D0A6A5D}"/>
              </a:ext>
            </a:extLst>
          </p:cNvPr>
          <p:cNvSpPr txBox="1">
            <a:spLocks/>
          </p:cNvSpPr>
          <p:nvPr/>
        </p:nvSpPr>
        <p:spPr>
          <a:xfrm>
            <a:off x="7755592" y="6858000"/>
            <a:ext cx="329716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Show password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Real time error feedback</a:t>
            </a:r>
          </a:p>
        </p:txBody>
      </p:sp>
    </p:spTree>
    <p:extLst>
      <p:ext uri="{BB962C8B-B14F-4D97-AF65-F5344CB8AC3E}">
        <p14:creationId xmlns:p14="http://schemas.microsoft.com/office/powerpoint/2010/main" val="367147973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ubtitle 2">
            <a:extLst>
              <a:ext uri="{FF2B5EF4-FFF2-40B4-BE49-F238E27FC236}">
                <a16:creationId xmlns:a16="http://schemas.microsoft.com/office/drawing/2014/main" id="{AD740177-E2ED-47F4-A372-155FF5715CBC}"/>
              </a:ext>
            </a:extLst>
          </p:cNvPr>
          <p:cNvSpPr txBox="1">
            <a:spLocks/>
          </p:cNvSpPr>
          <p:nvPr/>
        </p:nvSpPr>
        <p:spPr>
          <a:xfrm>
            <a:off x="7755592" y="2957296"/>
            <a:ext cx="329716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effectLst/>
              </a:rPr>
              <a:t>Login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>
                <a:effectLst/>
              </a:rPr>
              <a:t>Admin or Librarian</a:t>
            </a: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B812843-343E-431D-B845-6AC0CC8589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9508" y="2232530"/>
            <a:ext cx="2676899" cy="2943636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C00A826-0BEB-4287-A865-6E19902222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7550" y="2251583"/>
            <a:ext cx="2676899" cy="290553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8CFCC55-80C0-4022-9BFF-8E9376D903E7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5226"/>
          <a:stretch/>
        </p:blipFill>
        <p:spPr>
          <a:xfrm>
            <a:off x="-7832884" y="1870096"/>
            <a:ext cx="7651462" cy="4339182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10" name="Subtitle 2">
            <a:extLst>
              <a:ext uri="{FF2B5EF4-FFF2-40B4-BE49-F238E27FC236}">
                <a16:creationId xmlns:a16="http://schemas.microsoft.com/office/drawing/2014/main" id="{24D1C201-B3D0-4E5A-8807-5BCF982B1C4E}"/>
              </a:ext>
            </a:extLst>
          </p:cNvPr>
          <p:cNvSpPr txBox="1">
            <a:spLocks/>
          </p:cNvSpPr>
          <p:nvPr/>
        </p:nvSpPr>
        <p:spPr>
          <a:xfrm>
            <a:off x="7755592" y="3657887"/>
            <a:ext cx="329716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Show password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Real time error feedback</a:t>
            </a:r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D1F634CB-9BEC-459F-AFF2-D1B51000C00C}"/>
              </a:ext>
            </a:extLst>
          </p:cNvPr>
          <p:cNvSpPr txBox="1">
            <a:spLocks/>
          </p:cNvSpPr>
          <p:nvPr/>
        </p:nvSpPr>
        <p:spPr>
          <a:xfrm>
            <a:off x="12379858" y="2996949"/>
            <a:ext cx="4134760" cy="20854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Books, user and borrowing statistics</a:t>
            </a:r>
            <a:endParaRPr lang="en-GB" sz="2400" dirty="0">
              <a:effectLst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effectLst/>
              </a:rPr>
              <a:t>Manage database through the app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Change personal data</a:t>
            </a:r>
            <a:endParaRPr lang="en-GB" dirty="0">
              <a:effectLst/>
            </a:endParaRPr>
          </a:p>
        </p:txBody>
      </p:sp>
      <p:sp>
        <p:nvSpPr>
          <p:cNvPr id="12" name="Title 3">
            <a:extLst>
              <a:ext uri="{FF2B5EF4-FFF2-40B4-BE49-F238E27FC236}">
                <a16:creationId xmlns:a16="http://schemas.microsoft.com/office/drawing/2014/main" id="{8A7E55F1-F400-4F7F-88CC-9AE816A100DF}"/>
              </a:ext>
            </a:extLst>
          </p:cNvPr>
          <p:cNvSpPr txBox="1">
            <a:spLocks/>
          </p:cNvSpPr>
          <p:nvPr/>
        </p:nvSpPr>
        <p:spPr>
          <a:xfrm>
            <a:off x="2429247" y="383963"/>
            <a:ext cx="2782833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Functions of</a:t>
            </a:r>
          </a:p>
        </p:txBody>
      </p:sp>
      <p:sp>
        <p:nvSpPr>
          <p:cNvPr id="13" name="Title 3">
            <a:extLst>
              <a:ext uri="{FF2B5EF4-FFF2-40B4-BE49-F238E27FC236}">
                <a16:creationId xmlns:a16="http://schemas.microsoft.com/office/drawing/2014/main" id="{BC14ABCD-025E-4DDA-8351-B181A9C3F4CA}"/>
              </a:ext>
            </a:extLst>
          </p:cNvPr>
          <p:cNvSpPr txBox="1">
            <a:spLocks/>
          </p:cNvSpPr>
          <p:nvPr/>
        </p:nvSpPr>
        <p:spPr>
          <a:xfrm>
            <a:off x="5125291" y="383490"/>
            <a:ext cx="2959529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LMS Desktop</a:t>
            </a:r>
          </a:p>
        </p:txBody>
      </p:sp>
    </p:spTree>
    <p:extLst>
      <p:ext uri="{BB962C8B-B14F-4D97-AF65-F5344CB8AC3E}">
        <p14:creationId xmlns:p14="http://schemas.microsoft.com/office/powerpoint/2010/main" val="9648092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ubtitle 2">
            <a:extLst>
              <a:ext uri="{FF2B5EF4-FFF2-40B4-BE49-F238E27FC236}">
                <a16:creationId xmlns:a16="http://schemas.microsoft.com/office/drawing/2014/main" id="{AD740177-E2ED-47F4-A372-155FF5715CBC}"/>
              </a:ext>
            </a:extLst>
          </p:cNvPr>
          <p:cNvSpPr txBox="1">
            <a:spLocks/>
          </p:cNvSpPr>
          <p:nvPr/>
        </p:nvSpPr>
        <p:spPr>
          <a:xfrm>
            <a:off x="8057240" y="2996949"/>
            <a:ext cx="4134760" cy="20854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Books, user and borrowing statistics</a:t>
            </a:r>
            <a:endParaRPr lang="en-GB" sz="2400" dirty="0">
              <a:effectLst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effectLst/>
              </a:rPr>
              <a:t>Manage database through the app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Change personal data</a:t>
            </a:r>
            <a:endParaRPr lang="en-GB" dirty="0">
              <a:effectLst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FFDB86E5-1DF7-4562-BE6E-E8031A6EF1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9508" y="7042130"/>
            <a:ext cx="2676899" cy="2943636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3C0B858-038B-42D0-B0BE-A6BCD2927B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7550" y="7061183"/>
            <a:ext cx="2676899" cy="290553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D845FCA-B507-4523-A716-AE10E9A4DAFA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5226"/>
          <a:stretch/>
        </p:blipFill>
        <p:spPr>
          <a:xfrm>
            <a:off x="238316" y="1870096"/>
            <a:ext cx="7651462" cy="4339182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9" name="Title 3">
            <a:extLst>
              <a:ext uri="{FF2B5EF4-FFF2-40B4-BE49-F238E27FC236}">
                <a16:creationId xmlns:a16="http://schemas.microsoft.com/office/drawing/2014/main" id="{263469BD-1D2F-4917-87B9-69BFA4797A84}"/>
              </a:ext>
            </a:extLst>
          </p:cNvPr>
          <p:cNvSpPr txBox="1">
            <a:spLocks/>
          </p:cNvSpPr>
          <p:nvPr/>
        </p:nvSpPr>
        <p:spPr>
          <a:xfrm>
            <a:off x="2429247" y="383963"/>
            <a:ext cx="2782833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Functions of</a:t>
            </a:r>
          </a:p>
        </p:txBody>
      </p:sp>
      <p:sp>
        <p:nvSpPr>
          <p:cNvPr id="11" name="Title 3">
            <a:extLst>
              <a:ext uri="{FF2B5EF4-FFF2-40B4-BE49-F238E27FC236}">
                <a16:creationId xmlns:a16="http://schemas.microsoft.com/office/drawing/2014/main" id="{4AE91172-0EB8-4E65-946C-FB00864AEDEB}"/>
              </a:ext>
            </a:extLst>
          </p:cNvPr>
          <p:cNvSpPr txBox="1">
            <a:spLocks/>
          </p:cNvSpPr>
          <p:nvPr/>
        </p:nvSpPr>
        <p:spPr>
          <a:xfrm>
            <a:off x="5125291" y="383490"/>
            <a:ext cx="2959529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LMS Desktop</a:t>
            </a:r>
          </a:p>
        </p:txBody>
      </p:sp>
    </p:spTree>
    <p:extLst>
      <p:ext uri="{BB962C8B-B14F-4D97-AF65-F5344CB8AC3E}">
        <p14:creationId xmlns:p14="http://schemas.microsoft.com/office/powerpoint/2010/main" val="384933660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B83B76-EEC6-49EB-82AB-A62075662CBE}"/>
              </a:ext>
            </a:extLst>
          </p:cNvPr>
          <p:cNvSpPr txBox="1">
            <a:spLocks/>
          </p:cNvSpPr>
          <p:nvPr/>
        </p:nvSpPr>
        <p:spPr>
          <a:xfrm>
            <a:off x="582626" y="347963"/>
            <a:ext cx="4010199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What did we use?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AD740177-E2ED-47F4-A372-155FF5715CBC}"/>
              </a:ext>
            </a:extLst>
          </p:cNvPr>
          <p:cNvSpPr txBox="1">
            <a:spLocks/>
          </p:cNvSpPr>
          <p:nvPr/>
        </p:nvSpPr>
        <p:spPr>
          <a:xfrm>
            <a:off x="907640" y="2258047"/>
            <a:ext cx="3441160" cy="38898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effectLst/>
              </a:rPr>
              <a:t>Windows Forms – C#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effectLst/>
              </a:rPr>
              <a:t>.NET 8.0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effectLst/>
              </a:rPr>
              <a:t>Nugget Packages:</a:t>
            </a:r>
          </a:p>
          <a:p>
            <a:pPr marL="808038" lvl="1" indent="-342900" algn="l">
              <a:buFont typeface="Arial" panose="020B0604020202020204" pitchFamily="34" charset="0"/>
              <a:buChar char="•"/>
            </a:pPr>
            <a:r>
              <a:rPr lang="en-GB" dirty="0">
                <a:latin typeface="Oxanium"/>
              </a:rPr>
              <a:t>MySQL</a:t>
            </a:r>
          </a:p>
          <a:p>
            <a:pPr marL="808038" lvl="1" indent="-342900" algn="l">
              <a:buFont typeface="Arial" panose="020B0604020202020204" pitchFamily="34" charset="0"/>
              <a:buChar char="•"/>
            </a:pPr>
            <a:r>
              <a:rPr lang="en-GB" dirty="0">
                <a:latin typeface="Oxanium"/>
              </a:rPr>
              <a:t>BCrypt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>
                <a:effectLst/>
              </a:rPr>
              <a:t>HTTP Client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>
                <a:effectLst/>
              </a:rPr>
              <a:t>Regular Expressions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 err="1"/>
              <a:t>OnceClick</a:t>
            </a:r>
            <a:endParaRPr lang="en-GB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 err="1">
                <a:effectLst/>
              </a:rPr>
              <a:t>Inno</a:t>
            </a:r>
            <a:r>
              <a:rPr lang="en-GB" dirty="0">
                <a:effectLst/>
              </a:rPr>
              <a:t> Setup Compiler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6860F1B-38B8-4A46-B149-E0576B2F931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213" t="2545" r="5011" b="-1"/>
          <a:stretch/>
        </p:blipFill>
        <p:spPr>
          <a:xfrm>
            <a:off x="5116800" y="641927"/>
            <a:ext cx="1958400" cy="2014606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A5AE6DB-0D00-4DD3-A0B7-EA31A4096F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1398" y="105637"/>
            <a:ext cx="2089680" cy="649080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C79B9EE-A2A7-4CFA-A2C7-14E2F16C31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8551" y="3061402"/>
            <a:ext cx="2314898" cy="3086531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9007526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B83B76-EEC6-49EB-82AB-A62075662CBE}"/>
              </a:ext>
            </a:extLst>
          </p:cNvPr>
          <p:cNvSpPr txBox="1">
            <a:spLocks/>
          </p:cNvSpPr>
          <p:nvPr/>
        </p:nvSpPr>
        <p:spPr>
          <a:xfrm>
            <a:off x="561801" y="347963"/>
            <a:ext cx="8044397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/>
              <a:t>MySQL connection in C#</a:t>
            </a:r>
            <a:endParaRPr lang="en-GB" sz="4000" dirty="0">
              <a:effectLst/>
            </a:endParaRPr>
          </a:p>
        </p:txBody>
      </p:sp>
      <p:sp>
        <p:nvSpPr>
          <p:cNvPr id="21" name="Subtitle 2">
            <a:extLst>
              <a:ext uri="{FF2B5EF4-FFF2-40B4-BE49-F238E27FC236}">
                <a16:creationId xmlns:a16="http://schemas.microsoft.com/office/drawing/2014/main" id="{939799FA-B349-42FD-A183-A4BF99C233B7}"/>
              </a:ext>
            </a:extLst>
          </p:cNvPr>
          <p:cNvSpPr txBox="1">
            <a:spLocks/>
          </p:cNvSpPr>
          <p:nvPr/>
        </p:nvSpPr>
        <p:spPr>
          <a:xfrm>
            <a:off x="2434925" y="1368000"/>
            <a:ext cx="2712002" cy="9295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0" indent="0" algn="ctr"/>
            <a:r>
              <a:rPr lang="en-GB" sz="2400" dirty="0">
                <a:effectLst>
                  <a:glow rad="63500">
                    <a:schemeClr val="accent1">
                      <a:satMod val="175000"/>
                      <a:alpha val="40000"/>
                    </a:schemeClr>
                  </a:glow>
                  <a:outerShdw blurRad="63500" sx="102000" sy="102000" algn="ctr" rotWithShape="0">
                    <a:prstClr val="black">
                      <a:alpha val="40000"/>
                    </a:prstClr>
                  </a:outerShdw>
                </a:effectLst>
              </a:rPr>
              <a:t>Reusable Select function</a:t>
            </a:r>
          </a:p>
        </p:txBody>
      </p:sp>
      <p:sp>
        <p:nvSpPr>
          <p:cNvPr id="22" name="Subtitle 2">
            <a:extLst>
              <a:ext uri="{FF2B5EF4-FFF2-40B4-BE49-F238E27FC236}">
                <a16:creationId xmlns:a16="http://schemas.microsoft.com/office/drawing/2014/main" id="{3097D8A6-4385-43FA-A825-6DCE96FDEA42}"/>
              </a:ext>
            </a:extLst>
          </p:cNvPr>
          <p:cNvSpPr txBox="1">
            <a:spLocks/>
          </p:cNvSpPr>
          <p:nvPr/>
        </p:nvSpPr>
        <p:spPr>
          <a:xfrm>
            <a:off x="8058219" y="2376706"/>
            <a:ext cx="2497960" cy="9280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0" indent="0" algn="ctr"/>
            <a:r>
              <a:rPr lang="en-GB" sz="2400" dirty="0">
                <a:effectLst>
                  <a:glow rad="63500">
                    <a:schemeClr val="accent1">
                      <a:satMod val="175000"/>
                      <a:alpha val="40000"/>
                    </a:schemeClr>
                  </a:glow>
                  <a:outerShdw blurRad="63500" sx="102000" sy="102000" algn="ctr" rotWithShape="0">
                    <a:prstClr val="black">
                      <a:alpha val="40000"/>
                    </a:prstClr>
                  </a:outerShdw>
                </a:effectLst>
              </a:rPr>
              <a:t>Straightforward function names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4381002D-909C-4F1F-BA59-811E8474F5E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3989" b="-1"/>
          <a:stretch/>
        </p:blipFill>
        <p:spPr>
          <a:xfrm>
            <a:off x="833000" y="2376706"/>
            <a:ext cx="5915851" cy="3448132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08A0708A-8A34-4617-8394-992986927A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4302" y="3304800"/>
            <a:ext cx="3905795" cy="1457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920198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/>
      <p:bldP spid="22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B83B76-EEC6-49EB-82AB-A62075662CBE}"/>
              </a:ext>
            </a:extLst>
          </p:cNvPr>
          <p:cNvSpPr txBox="1">
            <a:spLocks/>
          </p:cNvSpPr>
          <p:nvPr/>
        </p:nvSpPr>
        <p:spPr>
          <a:xfrm>
            <a:off x="613528" y="347963"/>
            <a:ext cx="8044397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/>
              <a:t>NUnit testing</a:t>
            </a:r>
            <a:endParaRPr lang="en-GB" sz="4000" dirty="0">
              <a:effectLst/>
            </a:endParaRPr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FC854195-7EBC-44A5-9E40-CBFBDFAF9CD3}"/>
              </a:ext>
            </a:extLst>
          </p:cNvPr>
          <p:cNvSpPr txBox="1">
            <a:spLocks/>
          </p:cNvSpPr>
          <p:nvPr/>
        </p:nvSpPr>
        <p:spPr>
          <a:xfrm>
            <a:off x="1923725" y="1296000"/>
            <a:ext cx="2712002" cy="9295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0" indent="0" algn="ctr"/>
            <a:r>
              <a:rPr lang="en-GB" sz="2400" dirty="0">
                <a:effectLst>
                  <a:glow rad="63500">
                    <a:schemeClr val="accent1">
                      <a:satMod val="175000"/>
                      <a:alpha val="40000"/>
                    </a:schemeClr>
                  </a:glow>
                  <a:outerShdw blurRad="63500" sx="102000" sy="102000" algn="ctr" rotWithShape="0">
                    <a:prstClr val="black">
                      <a:alpha val="40000"/>
                    </a:prstClr>
                  </a:outerShdw>
                </a:effectLst>
              </a:rPr>
              <a:t>Testing Login page</a:t>
            </a:r>
          </a:p>
        </p:txBody>
      </p:sp>
      <p:sp>
        <p:nvSpPr>
          <p:cNvPr id="14" name="Subtitle 2">
            <a:extLst>
              <a:ext uri="{FF2B5EF4-FFF2-40B4-BE49-F238E27FC236}">
                <a16:creationId xmlns:a16="http://schemas.microsoft.com/office/drawing/2014/main" id="{2A92CE1E-C904-4381-9A5B-5D1D56FC0362}"/>
              </a:ext>
            </a:extLst>
          </p:cNvPr>
          <p:cNvSpPr txBox="1">
            <a:spLocks/>
          </p:cNvSpPr>
          <p:nvPr/>
        </p:nvSpPr>
        <p:spPr>
          <a:xfrm>
            <a:off x="6913907" y="1965033"/>
            <a:ext cx="3778581" cy="9295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0" indent="0" algn="ctr"/>
            <a:r>
              <a:rPr lang="en-GB" sz="2400" dirty="0">
                <a:effectLst>
                  <a:glow rad="63500">
                    <a:schemeClr val="accent1">
                      <a:satMod val="175000"/>
                      <a:alpha val="40000"/>
                    </a:schemeClr>
                  </a:glow>
                  <a:outerShdw blurRad="63500" sx="102000" sy="102000" algn="ctr" rotWithShape="0">
                    <a:prstClr val="black">
                      <a:alpha val="40000"/>
                    </a:prstClr>
                  </a:outerShdw>
                </a:effectLst>
              </a:rPr>
              <a:t>Testing publication year with regular expressions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7A9615A-E33C-4692-A5D3-52250422AA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4801" y="1965033"/>
            <a:ext cx="4829849" cy="4353533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BC81184-6AAC-424A-8861-790099E3EA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6853" y="3078035"/>
            <a:ext cx="4772691" cy="24006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942710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4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ubtitle 10">
            <a:extLst>
              <a:ext uri="{FF2B5EF4-FFF2-40B4-BE49-F238E27FC236}">
                <a16:creationId xmlns:a16="http://schemas.microsoft.com/office/drawing/2014/main" id="{6A045ED4-1B09-4F9E-BA9C-17BB876E42B1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875583" y="3429000"/>
            <a:ext cx="4292765" cy="1360246"/>
          </a:xfrm>
        </p:spPr>
        <p:txBody>
          <a:bodyPr anchor="t"/>
          <a:lstStyle/>
          <a:p>
            <a:pPr marL="495300" indent="-342900">
              <a:buFont typeface="Arial" panose="020B0604020202020204" pitchFamily="34" charset="0"/>
              <a:buChar char="•"/>
            </a:pPr>
            <a:r>
              <a:rPr lang="en-GB" sz="2000" dirty="0"/>
              <a:t>Separate mobile application</a:t>
            </a:r>
          </a:p>
          <a:p>
            <a:pPr marL="495300" indent="-342900">
              <a:buFont typeface="Arial" panose="020B0604020202020204" pitchFamily="34" charset="0"/>
              <a:buChar char="•"/>
            </a:pPr>
            <a:r>
              <a:rPr lang="en-GB" sz="2000" dirty="0"/>
              <a:t>Overdue fees -&gt; Online payment</a:t>
            </a:r>
          </a:p>
          <a:p>
            <a:pPr marL="495300" indent="-342900">
              <a:buFont typeface="Arial" panose="020B0604020202020204" pitchFamily="34" charset="0"/>
              <a:buChar char="•"/>
            </a:pPr>
            <a:r>
              <a:rPr lang="en-GB" sz="2000" dirty="0"/>
              <a:t>Changeable languages</a:t>
            </a:r>
          </a:p>
          <a:p>
            <a:pPr marL="495300" indent="-342900">
              <a:buFont typeface="Arial" panose="020B0604020202020204" pitchFamily="34" charset="0"/>
              <a:buChar char="•"/>
            </a:pPr>
            <a:r>
              <a:rPr lang="en-GB" sz="2000" dirty="0"/>
              <a:t>Customizable themes</a:t>
            </a:r>
          </a:p>
        </p:txBody>
      </p:sp>
      <p:sp>
        <p:nvSpPr>
          <p:cNvPr id="5" name="Title 3">
            <a:extLst>
              <a:ext uri="{FF2B5EF4-FFF2-40B4-BE49-F238E27FC236}">
                <a16:creationId xmlns:a16="http://schemas.microsoft.com/office/drawing/2014/main" id="{FE1CA2AC-49C0-457B-B937-9CB709CE933E}"/>
              </a:ext>
            </a:extLst>
          </p:cNvPr>
          <p:cNvSpPr txBox="1">
            <a:spLocks/>
          </p:cNvSpPr>
          <p:nvPr/>
        </p:nvSpPr>
        <p:spPr>
          <a:xfrm>
            <a:off x="343304" y="2298769"/>
            <a:ext cx="4825044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Oxanium"/>
              <a:buNone/>
              <a:defRPr sz="6667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Oxanium"/>
              <a:buNone/>
              <a:defRPr sz="6667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Oxanium"/>
              <a:buNone/>
              <a:defRPr sz="6667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Oxanium"/>
              <a:buNone/>
              <a:defRPr sz="6667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Oxanium"/>
              <a:buNone/>
              <a:defRPr sz="6667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Oxanium"/>
              <a:buNone/>
              <a:defRPr sz="6667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Oxanium"/>
              <a:buNone/>
              <a:defRPr sz="6667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Oxanium"/>
              <a:buNone/>
              <a:defRPr sz="6667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Oxanium"/>
              <a:buNone/>
              <a:defRPr sz="6667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/>
              <a:t>Future improvements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7558475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C4389F5-4A55-478B-A1F5-6422DC11EDF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02267" y="763199"/>
            <a:ext cx="2012133" cy="698717"/>
          </a:xfrm>
        </p:spPr>
        <p:txBody>
          <a:bodyPr/>
          <a:lstStyle/>
          <a:p>
            <a:r>
              <a:rPr lang="en-GB" sz="4000" dirty="0"/>
              <a:t>Sources</a:t>
            </a:r>
          </a:p>
        </p:txBody>
      </p:sp>
      <p:sp>
        <p:nvSpPr>
          <p:cNvPr id="11" name="Subtitle 10">
            <a:extLst>
              <a:ext uri="{FF2B5EF4-FFF2-40B4-BE49-F238E27FC236}">
                <a16:creationId xmlns:a16="http://schemas.microsoft.com/office/drawing/2014/main" id="{6A045ED4-1B09-4F9E-BA9C-17BB876E42B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02267" y="1516383"/>
            <a:ext cx="6028000" cy="873525"/>
          </a:xfrm>
        </p:spPr>
        <p:txBody>
          <a:bodyPr anchor="t"/>
          <a:lstStyle/>
          <a:p>
            <a:pPr marL="495300" indent="-342900">
              <a:buFont typeface="Arial" panose="020B0604020202020204" pitchFamily="34" charset="0"/>
              <a:buChar char="•"/>
            </a:pPr>
            <a:r>
              <a:rPr lang="en-GB" sz="2000" dirty="0">
                <a:hlinkClick r:id="rId2"/>
              </a:rPr>
              <a:t>Presentation template</a:t>
            </a:r>
            <a:endParaRPr lang="en-GB" sz="2000" dirty="0"/>
          </a:p>
          <a:p>
            <a:pPr marL="495300" indent="-342900">
              <a:buFont typeface="Arial" panose="020B0604020202020204" pitchFamily="34" charset="0"/>
              <a:buChar char="•"/>
            </a:pPr>
            <a:r>
              <a:rPr lang="en-GB" sz="2000" dirty="0"/>
              <a:t>All source for the pictures are linked to them</a:t>
            </a:r>
          </a:p>
        </p:txBody>
      </p:sp>
    </p:spTree>
    <p:extLst>
      <p:ext uri="{BB962C8B-B14F-4D97-AF65-F5344CB8AC3E}">
        <p14:creationId xmlns:p14="http://schemas.microsoft.com/office/powerpoint/2010/main" val="21273579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BCFEA2-8BD3-4162-A14E-5A370755EF4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54654" y="3097096"/>
            <a:ext cx="10282691" cy="1021624"/>
          </a:xfrm>
        </p:spPr>
        <p:txBody>
          <a:bodyPr/>
          <a:lstStyle/>
          <a:p>
            <a:r>
              <a:rPr lang="en-GB" dirty="0"/>
              <a:t>Library Management System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1A1118D-090B-4B78-A783-AB1F86640C9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6402983"/>
            <a:ext cx="8010939" cy="455017"/>
          </a:xfrm>
        </p:spPr>
        <p:txBody>
          <a:bodyPr/>
          <a:lstStyle/>
          <a:p>
            <a:pPr marL="9525" indent="-9525"/>
            <a:r>
              <a:rPr lang="en-GB" sz="2100" dirty="0">
                <a:latin typeface="Oxanium"/>
              </a:rPr>
              <a:t>Made by:  Zoltán András Tóth, Máté Vágvölgyi, Soma István Zsömbörgi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F70AED58-821E-40F9-96DD-6D5878250FD5}"/>
              </a:ext>
            </a:extLst>
          </p:cNvPr>
          <p:cNvSpPr txBox="1">
            <a:spLocks/>
          </p:cNvSpPr>
          <p:nvPr/>
        </p:nvSpPr>
        <p:spPr>
          <a:xfrm>
            <a:off x="886654" y="2134206"/>
            <a:ext cx="10282691" cy="102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Oxanium"/>
              <a:buNone/>
              <a:defRPr sz="6667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Oxanium"/>
              <a:buNone/>
              <a:defRPr sz="6933" b="1" i="0" u="none" strike="noStrike" cap="none">
                <a:solidFill>
                  <a:srgbClr val="191919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Oxanium"/>
              <a:buNone/>
              <a:defRPr sz="6933" b="1" i="0" u="none" strike="noStrike" cap="none">
                <a:solidFill>
                  <a:srgbClr val="191919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Oxanium"/>
              <a:buNone/>
              <a:defRPr sz="6933" b="1" i="0" u="none" strike="noStrike" cap="none">
                <a:solidFill>
                  <a:srgbClr val="191919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Oxanium"/>
              <a:buNone/>
              <a:defRPr sz="6933" b="1" i="0" u="none" strike="noStrike" cap="none">
                <a:solidFill>
                  <a:srgbClr val="191919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Oxanium"/>
              <a:buNone/>
              <a:defRPr sz="6933" b="1" i="0" u="none" strike="noStrike" cap="none">
                <a:solidFill>
                  <a:srgbClr val="191919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Oxanium"/>
              <a:buNone/>
              <a:defRPr sz="6933" b="1" i="0" u="none" strike="noStrike" cap="none">
                <a:solidFill>
                  <a:srgbClr val="191919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Oxanium"/>
              <a:buNone/>
              <a:defRPr sz="6933" b="1" i="0" u="none" strike="noStrike" cap="none">
                <a:solidFill>
                  <a:srgbClr val="191919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Oxanium"/>
              <a:buNone/>
              <a:defRPr sz="6933" b="1" i="0" u="none" strike="noStrike" cap="none">
                <a:solidFill>
                  <a:srgbClr val="191919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pPr algn="ctr"/>
            <a:r>
              <a:rPr lang="en-GB" dirty="0"/>
              <a:t>LMS</a:t>
            </a:r>
          </a:p>
        </p:txBody>
      </p:sp>
    </p:spTree>
    <p:extLst>
      <p:ext uri="{BB962C8B-B14F-4D97-AF65-F5344CB8AC3E}">
        <p14:creationId xmlns:p14="http://schemas.microsoft.com/office/powerpoint/2010/main" val="284153584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5G Wireless Technology MK Plan by Slidesgo">
  <a:themeElements>
    <a:clrScheme name="Simple Light">
      <a:dk1>
        <a:srgbClr val="FFFFFF"/>
      </a:dk1>
      <a:lt1>
        <a:srgbClr val="EE98FF"/>
      </a:lt1>
      <a:dk2>
        <a:srgbClr val="CB7DFF"/>
      </a:dk2>
      <a:lt2>
        <a:srgbClr val="996EF7"/>
      </a:lt2>
      <a:accent1>
        <a:srgbClr val="54167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Slidesgo Final Pages">
  <a:themeElements>
    <a:clrScheme name="Simple Light">
      <a:dk1>
        <a:srgbClr val="0E2A47"/>
      </a:dk1>
      <a:lt1>
        <a:srgbClr val="FFFFFF"/>
      </a:lt1>
      <a:dk2>
        <a:srgbClr val="869FB2"/>
      </a:dk2>
      <a:lt2>
        <a:srgbClr val="FFFF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869FB2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Purple_GOOD</Template>
  <TotalTime>512</TotalTime>
  <Words>788</Words>
  <Application>Microsoft Office PowerPoint</Application>
  <PresentationFormat>Szélesvásznú</PresentationFormat>
  <Paragraphs>242</Paragraphs>
  <Slides>40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7</vt:i4>
      </vt:variant>
      <vt:variant>
        <vt:lpstr>Téma</vt:lpstr>
      </vt:variant>
      <vt:variant>
        <vt:i4>2</vt:i4>
      </vt:variant>
      <vt:variant>
        <vt:lpstr>Diacímek</vt:lpstr>
      </vt:variant>
      <vt:variant>
        <vt:i4>40</vt:i4>
      </vt:variant>
    </vt:vector>
  </HeadingPairs>
  <TitlesOfParts>
    <vt:vector size="49" baseType="lpstr">
      <vt:lpstr>Arial</vt:lpstr>
      <vt:lpstr>Hind</vt:lpstr>
      <vt:lpstr>Nunito Light</vt:lpstr>
      <vt:lpstr>Oxanium</vt:lpstr>
      <vt:lpstr>Proxima Nova</vt:lpstr>
      <vt:lpstr>Proxima Nova Semibold</vt:lpstr>
      <vt:lpstr>Raleway</vt:lpstr>
      <vt:lpstr>5G Wireless Technology MK Plan by Slidesgo</vt:lpstr>
      <vt:lpstr>Slidesgo Final Pages</vt:lpstr>
      <vt:lpstr>Library Management System</vt:lpstr>
      <vt:lpstr>The problem</vt:lpstr>
      <vt:lpstr>The problem</vt:lpstr>
      <vt:lpstr>The problem</vt:lpstr>
      <vt:lpstr>The problem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Sources</vt:lpstr>
      <vt:lpstr>Library Management System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Kézigránát</dc:creator>
  <cp:lastModifiedBy>Zoltán</cp:lastModifiedBy>
  <cp:revision>574</cp:revision>
  <dcterms:created xsi:type="dcterms:W3CDTF">2025-03-31T08:40:45Z</dcterms:created>
  <dcterms:modified xsi:type="dcterms:W3CDTF">2025-05-15T07:44:21Z</dcterms:modified>
</cp:coreProperties>
</file>